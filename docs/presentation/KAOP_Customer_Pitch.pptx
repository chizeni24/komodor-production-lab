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290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611880"/>
            <a:ext cx="73152" cy="4114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5021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35021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From your first agent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526280"/>
            <a:ext cx="73152" cy="4114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165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our product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44165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Your feedback shapes what we build next.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600200"/>
            <a:ext cx="3959352" cy="420624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181051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WHY WE'RE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148840"/>
            <a:ext cx="347472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Your teams launch AI agents on their own. Nobody sees them all or sets their limits.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29184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KAOP GIVES YOUR PLATFORM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3639312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749039"/>
            <a:ext cx="64008" cy="2011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666744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One view of every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4151376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4261104"/>
            <a:ext cx="64008" cy="2011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178808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Limits a system enforces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9560" y="4663440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4773168"/>
            <a:ext cx="64008" cy="2011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690872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Agents working as one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230368"/>
            <a:ext cx="34747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CBD5E1"/>
                </a:solidFill>
                <a:latin typeface="Arial"/>
              </a:rPr>
              <a:t>Live today: a real incident and a real code review.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solves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Visibility, guardrails, workflows.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7627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487168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01000" y="260604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505456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real alert fires in Grafana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KAOP starts work on its own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3099816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01000" y="321868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118104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Two agents investigate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Root cause, with the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3712464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01000" y="38313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730752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person picks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Agents propose. People decide.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4325112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01000" y="444398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343400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An agent reviews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Risky changes caught before merge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60" y="4937760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01000" y="505663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956048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One record of every step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Who did what, and what it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context, memory and governance Komodor built for its own agents, ready for yours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Start ready, or bring your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50+ ready agents and workflows. Yours get the same controls.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Real triggers, real workflows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Alerts start the work. Specialists hand off. One record.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5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Enforced, not instructed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Identity, permissions, approvals and audit, on every run.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3" y="233172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1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1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Keep what earns its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and quality per run. Budgets stop overspend.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965960"/>
            <a:ext cx="4572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WHAT YOU 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32257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2257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action has a name on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889504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89504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Only the access the job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456432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No agent ships without an 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023359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023359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Risky calls blocked, every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590288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90288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 person decides the irreversible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15721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5721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step on the record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Enforced outside the agent.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In this lab, a person applies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Prompts drift.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reviewed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Waiting on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that need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platform engineering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 but links
to its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allow
list: 28 read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468112"/>
            <a:ext cx="11091672" cy="1024128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IN THIS LAB</a:t>
            </a:r>
          </a:p>
          <a:p>
            <a:pPr algn="l">
              <a:lnSpc>
                <a:spcPct val="11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RCA, checked with kubectl: </a:t>
            </a:r>
            <a:r>
              <a:rPr sz="1400" b="0">
                <a:solidFill>
                  <a:srgbClr val="0F172A"/>
                </a:solidFill>
                <a:latin typeface="Arial"/>
              </a:rPr>
              <a:t>reads pods, events, logs. Denied secrets, exec, delete, patch, scale.</a:t>
            </a:r>
          </a:p>
          <a:p>
            <a:pPr algn="l">
              <a:lnSpc>
                <a:spcPct val="11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investigator: </a:t>
            </a:r>
            <a:r>
              <a:rPr sz="1400" b="0">
                <a:solidFill>
                  <a:srgbClr val="0F172A"/>
                </a:solidFill>
                <a:latin typeface="Arial"/>
              </a:rPr>
              <a:t>any tool outside its allow list comes back "Tool not found".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undo and a check.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approves. An agent applies.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 fixes run on their own. People review.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workflows, teams and autonomy,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product engineer, hands-on with setup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Three things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Agents need identities and permissions, not just prompts.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Every action needs a boundary and a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Autonomy is earned. Start with one workflow and one owner.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D   Cost and guardrails, tested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can grade runs with an evaluator.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Cost and guardrails,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change made on this lab, then tested with real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420624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965960"/>
            <a:ext cx="283464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Result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4206240" cy="67665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agent: only the 28 read tools it needs, plus one standards doc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350008"/>
            <a:ext cx="2834640" cy="67665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Same alert, before and 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350008"/>
            <a:ext cx="3474720" cy="67665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$0.85 → $0.51 a run, 36 → 24 steps, and a better root cause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18103"/>
            <a:ext cx="11091672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36391"/>
            <a:ext cx="4206240" cy="67665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Workflow budget: $40 a day, blocks new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136391"/>
            <a:ext cx="2834640" cy="67665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Cap lowered to $0.01, two alerts 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136391"/>
            <a:ext cx="3474720" cy="67665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Second alert recorded but not investigated, with the reason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04487"/>
            <a:ext cx="11091672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22775"/>
            <a:ext cx="4206240" cy="67665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agent: allow list instead of a deny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922775"/>
            <a:ext cx="2834640" cy="67665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Asked for tools outside the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922775"/>
            <a:ext cx="3474720" cy="67665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"Tool not found"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690872"/>
            <a:ext cx="11091672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709159"/>
            <a:ext cx="4206240" cy="67665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Owner and team label on every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709159"/>
            <a:ext cx="2834640" cy="67665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Fleet filtered by owner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709159"/>
            <a:ext cx="3474720" cy="67665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Every agent has an owner to 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2026-10-26 (UTC). One run each, so the cost result is a direction, not a benchmark.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