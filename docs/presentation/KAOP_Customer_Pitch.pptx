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429000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927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31927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Helping platform teams adopt AI agents safely.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8795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For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418795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I built a production-like lab end to end: Kubernetes, Grafana Cloud and KAOP.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79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166359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56631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My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5056631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Everything you'll see, I tested on that lab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1600200"/>
            <a:ext cx="3959352" cy="40690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182880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I CARE ABOUT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240280"/>
            <a:ext cx="3474720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Platform teams saying yes to AI agents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without losing control of what those agents can touch, or the record of what they did.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addresses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Operating model, governance, visibility.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212848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2606040"/>
            <a:ext cx="3520440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A real alert from Grafana Cloud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Two agents investigating at once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A person approving the fix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An AI review of a real pull request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The full record of every step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team's agent is a good idea. The risk sits between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NO INVENTORY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Who owns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INCONSISTENT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What can it touch?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NO SINGLE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What did it do?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600" b="0">
                <a:solidFill>
                  <a:srgbClr val="0F172A"/>
                </a:solidFill>
                <a:latin typeface="Arial"/>
              </a:rPr>
              <a:t>   of agentic AI projects will be cancelled by 2027, says Gartner, for governance, unclear value and cost.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Cited in Komodor's KAOP launch, September 2026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Which of these three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One platform for Komodor's agents and your 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Komodor-built agents, including Kubernetes RCA from Klaudia. Or import yours.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Alerts, schedules and Slack start runs. Workflows route to specialists.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default-deny permissions, guardrails, approvals and audit.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run's evidence and cost. Evaluations and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FOUNDATION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Klaudia's Kubernetes expertise, packaged as agents your teams deploy in minutes.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965960"/>
            <a:ext cx="2651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65960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STOPS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22576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322576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Who is acting?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322576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Unaccountable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2889504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889504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Allowed on this?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889504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Reaching beyond the job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456432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56432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Built to our rules?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456432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Agents with no owner or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023359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023359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Safe right now?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4023359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Destructive tool calls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590288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97480" y="4590288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Should a person decide?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590288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Irreversible actions alone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157216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97480" y="5157216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What happened?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5157216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Changes nobody can explain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Reads only. No secrets, no writes.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GitHub agent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One PR, after I approve. Never merges.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If I say an agent is read-only, I show what enforces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merged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waiting on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 and team,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Decides if a fix
is needed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GitHub agent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Opens one PR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the app team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agent or person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No agent changes the running cluster. Fixes go through git and a person.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events,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Grafana Viewer token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Holds no credentials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GitHub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Repository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PR, after approval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Approval gate +
GitHub app scopes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3212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ON THIS CLUSTER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KAOP's agent permissions checked with kubectl: reads pods, events, logs. Denied secrets, exec, delete, patch, scale.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Readiness fails. Correct.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 a one-line PR.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second agent reviews it.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 and teams,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An owner who drives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sponsor who decides when to expand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Help with setup and integrations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A scoping session with your workflow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Start with one workflow and one owner, and agree how you'll measure success.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workflow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the expertise. KAOP is the operating model that runs it beside your own agents, under one set of rules.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grades runs over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(between back-offs)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on a single-node kind cluster. With the bad check, recovery time depends on where the restart back-off is when Redis returns (10 s, doubling up to 5 minutes).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