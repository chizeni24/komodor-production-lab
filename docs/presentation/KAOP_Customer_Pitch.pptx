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676656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Your teams are already shipping agents.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A5B4FC"/>
                </a:solidFill>
                <a:latin typeface="Arial"/>
              </a:rPr>
              <a:t>Can you govern them?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62179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>
                <a:solidFill>
                  <a:srgbClr val="CBD5E1"/>
                </a:solidFill>
                <a:latin typeface="Arial"/>
              </a:rPr>
              <a:t>Give every agent an identity, a boundary, an approval path and a record.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989320"/>
            <a:ext cx="64008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4A3B8"/>
                </a:solidFill>
                <a:latin typeface="Arial"/>
              </a:rPr>
              <a:t>Echizeni Ikpah  ·  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914400"/>
            <a:ext cx="4114800" cy="5257800"/>
          </a:xfrm>
          <a:prstGeom prst="roundRect">
            <a:avLst>
              <a:gd name="adj" fmla="val 4000"/>
            </a:avLst>
          </a:prstGeom>
          <a:solidFill>
            <a:srgbClr val="111B2E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18120" y="1188720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SRE  </a:t>
            </a:r>
            <a:r>
              <a:rPr sz="1400" b="0">
                <a:solidFill>
                  <a:srgbClr val="FFFFFF"/>
                </a:solidFill>
                <a:latin typeface="Arial"/>
              </a:rPr>
              <a:t>Incident investigator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1901952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 team  </a:t>
            </a:r>
            <a:r>
              <a:rPr sz="1400" b="0">
                <a:solidFill>
                  <a:srgbClr val="FFFFFF"/>
                </a:solidFill>
                <a:latin typeface="Arial"/>
              </a:rPr>
              <a:t>PR reviewer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2615184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FinOps  </a:t>
            </a:r>
            <a:r>
              <a:rPr sz="1400" b="0">
                <a:solidFill>
                  <a:srgbClr val="FFFFFF"/>
                </a:solidFill>
                <a:latin typeface="Arial"/>
              </a:rPr>
              <a:t>Cost analyzer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3328415"/>
            <a:ext cx="3566160" cy="548640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Support  </a:t>
            </a:r>
            <a:r>
              <a:rPr sz="1400" b="0">
                <a:solidFill>
                  <a:srgbClr val="FFFFFF"/>
                </a:solidFill>
                <a:latin typeface="Arial"/>
              </a:rPr>
              <a:t>Your own agent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9491472" y="4041648"/>
            <a:ext cx="219456" cy="329184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18120" y="4480560"/>
            <a:ext cx="3566160" cy="1417320"/>
          </a:xfrm>
          <a:prstGeom prst="roundRect">
            <a:avLst>
              <a:gd name="adj" fmla="val 8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E0E7FF"/>
                </a:solidFill>
                <a:latin typeface="Arial"/>
              </a:rPr>
              <a:t>ONE CONTROL PLANE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Identity · Permissions · Approvals</a:t>
            </a:r>
          </a:p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Audit log · Budgets · Run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About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0F172A"/>
                </a:solidFill>
                <a:latin typeface="Arial"/>
              </a:rPr>
              <a:t>Echizeni Ikpah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14600"/>
            <a:ext cx="658368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475569"/>
                </a:solidFill>
                <a:latin typeface="Arial"/>
              </a:rPr>
              <a:t>Product Engineer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290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611880"/>
            <a:ext cx="73152" cy="4114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5021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5021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From your first agent to production.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43400"/>
            <a:ext cx="67665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4526280"/>
            <a:ext cx="73152" cy="41148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416552"/>
            <a:ext cx="237744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With our product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16552"/>
            <a:ext cx="3840480" cy="63093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Your feedback shapes what we build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1600200"/>
            <a:ext cx="3959352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181051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WHY WE'RE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2148840"/>
            <a:ext cx="347472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Your teams launch AI agents on their own. Nobody sees them all or sets their limits.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29184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WHAT KAOP GIVES YOUR PLATFORM TEAM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3639312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64008" cy="20116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3666744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One view of every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4151376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4261104"/>
            <a:ext cx="64008" cy="20116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178808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Limits a system enforces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09560" y="4663440"/>
            <a:ext cx="3520440" cy="420624"/>
          </a:xfrm>
          <a:prstGeom prst="roundRect">
            <a:avLst>
              <a:gd name="adj" fmla="val 20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4773168"/>
            <a:ext cx="64008" cy="20116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690872"/>
            <a:ext cx="3108960" cy="36576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FFFFF"/>
                </a:solidFill>
                <a:latin typeface="Arial"/>
              </a:rPr>
              <a:t>Agents working as one workflow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5230368"/>
            <a:ext cx="34747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CBD5E1"/>
                </a:solidFill>
                <a:latin typeface="Arial"/>
              </a:rPr>
              <a:t>Live today: a real incident and a real code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What to expect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About 30 minutes, then your questions.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8483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08483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challenges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08483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Where agent adoption hurts today.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1635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81635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How KAOP solves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81635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Visibility, guardrails, workflows.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7472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54787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4787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Live: one real incident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54787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From alert to reviewed fix.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0624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7939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4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27939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Results, then a first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427939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What it's worth, and how to start.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937760"/>
            <a:ext cx="6766560" cy="640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010912"/>
            <a:ext cx="100584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4F46E5"/>
                </a:solidFill>
                <a:latin typeface="Arial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010912"/>
            <a:ext cx="26517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Your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5010912"/>
            <a:ext cx="292608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Anything, including the hard ones.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0960" y="2011680"/>
            <a:ext cx="3959352" cy="356616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79" y="2176272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YOU WILL SEE, LIVE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9560" y="2487168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01000" y="260604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2505456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real alert fires in Grafana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KAOP starts work on its own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3099816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001000" y="321868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3118104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Two agents investigate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Root cause, with the evidence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12464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01000" y="38313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3730752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 person picks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Agents propose. People decide.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09560" y="4325112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1000" y="444398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343400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An agent reviews the fix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Risky changes caught before merge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937760"/>
            <a:ext cx="3520440" cy="530352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001000" y="5056632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956048"/>
            <a:ext cx="30175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One record of every step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CBD5E1"/>
                </a:solidFill>
                <a:latin typeface="Arial"/>
              </a:rPr>
              <a:t>Who did what, and what it cost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04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Agents are spreading faster than your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team's agent makes sense on its own. Nobody manages them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WHO OWNS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Agents appear team by team. Nobody has the full list.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79" y="233172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WHAT CAN IT TOUCH?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Access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Each agent brings its own keys. Its limits live in a prompt.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2057400"/>
            <a:ext cx="3593592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19" y="2331720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0767" y="2258568"/>
            <a:ext cx="3044952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WHAT DID IT DO?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0767" y="2514600"/>
            <a:ext cx="3044952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08960"/>
            <a:ext cx="3182112" cy="1143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475569"/>
                </a:solidFill>
                <a:latin typeface="Arial"/>
              </a:rPr>
              <a:t>Alert, investigation and fix sit in three different tools.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091672" cy="1051560"/>
          </a:xfrm>
          <a:prstGeom prst="roundRect">
            <a:avLst>
              <a:gd name="adj" fmla="val 12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B45309"/>
                </a:solidFill>
                <a:latin typeface="Arial"/>
              </a:rPr>
              <a:t>40%+</a:t>
            </a:r>
            <a:r>
              <a:rPr sz="1700" b="1">
                <a:solidFill>
                  <a:srgbClr val="0F172A"/>
                </a:solidFill>
                <a:latin typeface="Arial"/>
              </a:rPr>
              <a:t>   of agentic AI projects will be canceled by the end of 2027.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475569"/>
                </a:solidFill>
                <a:latin typeface="Arial"/>
              </a:rPr>
              <a:t>Escalating costs, unclear business value or inadequate risk controls.  Gartner, Inc., cited in Komodor's KAOP launch.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QUESTION   </a:t>
            </a:r>
            <a:r>
              <a:rPr sz="1600" b="0">
                <a:solidFill>
                  <a:srgbClr val="FFFFFF"/>
                </a:solidFill>
                <a:latin typeface="Arial"/>
              </a:rPr>
              <a:t>Ownership, access or auditability: which hurts your team most today?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05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KAOP runs agents like production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problem you have today, and what KAOP does about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Every team builds its agents from scratch.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37360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3611879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50+ ready agents and workflows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Or import your own: any framework, same controls.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Alert, investigation and fix sit in three tools.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4544568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55848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584448" y="3611879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9896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39896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One workflow, one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Alerts start the work. Agents hand off.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An agent's limits live in its prompt.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7351775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63055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91655" y="3611879"/>
            <a:ext cx="73152" cy="4572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47103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GOVERN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3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Limits the platform enforces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5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Identity, permissions, approvals and audit.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3" y="2011680"/>
            <a:ext cx="2670048" cy="9144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B91C1C"/>
                </a:solidFill>
                <a:latin typeface="Arial"/>
              </a:rPr>
              <a:t>TODAY</a:t>
            </a:r>
          </a:p>
          <a:p>
            <a:pPr algn="l">
              <a:lnSpc>
                <a:spcPct val="105000"/>
              </a:lnSpc>
            </a:pPr>
            <a:r>
              <a:rPr sz="1350" b="0">
                <a:solidFill>
                  <a:srgbClr val="0F172A"/>
                </a:solidFill>
                <a:latin typeface="Arial"/>
              </a:rPr>
              <a:t>Nobody knows what agents cost or are worth.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158984" y="2990088"/>
            <a:ext cx="219456" cy="274320"/>
          </a:xfrm>
          <a:prstGeom prst="down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70263" y="3337560"/>
            <a:ext cx="2670048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98863" y="3611879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1" y="3538728"/>
            <a:ext cx="2121408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OPTIMIZE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54311" y="3794760"/>
            <a:ext cx="2121408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Cost per run, budgets that block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4526280"/>
            <a:ext cx="2258568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75569"/>
                </a:solidFill>
                <a:latin typeface="Arial"/>
              </a:rPr>
              <a:t>Keep what earns its cost.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15000"/>
            <a:ext cx="11091672" cy="749808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KOMODOR'S AI SRE IN PRODUCTION WITH      </a:t>
            </a:r>
            <a:r>
              <a:rPr sz="2000" b="1">
                <a:solidFill>
                  <a:srgbClr val="FFFFFF"/>
                </a:solidFill>
                <a:latin typeface="Arial"/>
              </a:rPr>
              <a:t>NEBIUS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DELL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CISCO        </a:t>
            </a:r>
            <a:r>
              <a:rPr sz="2000" b="1">
                <a:solidFill>
                  <a:srgbClr val="FFFFFF"/>
                </a:solidFill>
                <a:latin typeface="Arial"/>
              </a:rPr>
              <a:t>PRUDENTIAL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GUARDRAILS  ·  LIMITS A SYSTEM ENFORCES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06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 prompt is not a permission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An agent is governed the way a person is, by the same machinery.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21945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LAYER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965960"/>
            <a:ext cx="4572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WHAT YOU 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6771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67512" y="236829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2257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32257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action has a name on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834640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67512" y="2935224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889504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Permissions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89504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Only what the job needs. Never sees a key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01568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02151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456432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Standards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456432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Owner, budget and grading, by default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968496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67512" y="4069080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023359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4023359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Risky calls blocked or held, every run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535424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67512" y="4636008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590288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Approvals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90288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A person decides the irreversible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102352"/>
            <a:ext cx="7543800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20293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" y="5157216"/>
            <a:ext cx="192024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57216"/>
            <a:ext cx="4983480" cy="384048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step on the record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21040" y="1965960"/>
            <a:ext cx="3319272" cy="370332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2148840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IN TODAY'S LAB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2487168"/>
            <a:ext cx="2971800" cy="3108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Investigators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Read only. Enforced outside the agent.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Remediation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450" b="0">
                <a:solidFill>
                  <a:srgbClr val="CBD5E1"/>
                </a:solidFill>
                <a:latin typeface="Arial"/>
              </a:rPr>
              <a:t>Proposes fixes. In this lab, a person applies them.</a:t>
            </a: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Code reviewer</a:t>
            </a:r>
          </a:p>
          <a:p>
            <a:pPr algn="l">
              <a:lnSpc>
                <a:spcPct val="112000"/>
              </a:lnSpc>
            </a:pPr>
            <a:r>
              <a:rPr sz="1450" b="0">
                <a:solidFill>
                  <a:srgbClr val="CBD5E1"/>
                </a:solidFill>
                <a:latin typeface="Arial"/>
              </a:rPr>
              <a:t>Comments only. Can't approve or merge.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PRINCIPLE   </a:t>
            </a:r>
            <a:r>
              <a:rPr sz="1600" b="0">
                <a:solidFill>
                  <a:srgbClr val="FFFFFF"/>
                </a:solidFill>
                <a:latin typeface="Arial"/>
              </a:rPr>
              <a:t>Prompts drift. Enforcement doesn't.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3" grpId="0" animBg="1"/>
      <p:bldP spid="34" grpId="0" animBg="1"/>
      <p:bldP spid="3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VISIBILITY  ·  ONE VIEW OF EVERY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07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record from the alert to the reviewed 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What the platform team sees, without asking anyone.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5000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agent, its owner, its status.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79" y="235000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8172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Runs &amp;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Inputs, tool calls, reasoning, output, cost.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205740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19" y="2350008"/>
            <a:ext cx="73152" cy="38404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7" y="228600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Attention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83464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Every decision waiting on a person.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4133088"/>
            <a:ext cx="73152" cy="3840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Audit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Who changed what, and when.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26279" y="4133088"/>
            <a:ext cx="73152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172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Per run and per agent, with budgets.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3840480"/>
            <a:ext cx="3593592" cy="16276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75319" y="4133088"/>
            <a:ext cx="73152" cy="384048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7" y="4069080"/>
            <a:ext cx="310896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>
                <a:solidFill>
                  <a:srgbClr val="0F172A"/>
                </a:solidFill>
                <a:latin typeface="Arial"/>
              </a:rPr>
              <a:t>Access explorer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617720"/>
            <a:ext cx="320040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475569"/>
                </a:solidFill>
                <a:latin typeface="Arial"/>
              </a:rPr>
              <a:t>What can this agent actually do?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RESULT   </a:t>
            </a:r>
            <a:r>
              <a:rPr sz="1600" b="0">
                <a:solidFill>
                  <a:srgbClr val="FFFFFF"/>
                </a:solidFill>
                <a:latin typeface="Arial"/>
              </a:rPr>
              <a:t>Inventory, access and audit become a screen, not a spreadsheet.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WORKFLOWS  ·  AGENTS WORKING AS ONE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08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One incident, two governed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KAOP's Production Alert Investigation workflow, from catalog agents. No custom code.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11091672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WORKFLOW 1  ·  INCIDENT  ·  owned by SRE  ·  starts on a Grafana alert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Grafana alert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API restarting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33472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53512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Investigate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K8s RCA + Grafana,
in parallel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09744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29783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4F46E5"/>
                </a:solidFill>
                <a:latin typeface="Arial"/>
              </a:rPr>
              <a:t>Remediation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Proposes fixes
with undo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86015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06055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Approval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decides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62288" y="2930651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482328" y="2423160"/>
            <a:ext cx="1828800" cy="1234439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Apply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today,
an agent next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77639"/>
            <a:ext cx="11091672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069079"/>
            <a:ext cx="100584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WORKFLOW 2  ·  CODE REVIEW  ·  owned by platform engineering  ·  starts on any pull request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Pull request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The one-line fix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633472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53512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Code reviewer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Comments in ~30 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809744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129783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B91C1C"/>
                </a:solidFill>
                <a:latin typeface="Arial"/>
              </a:rPr>
              <a:t>Merge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A person merges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986015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06055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Deploy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From git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9162288" y="4850892"/>
            <a:ext cx="292608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82328" y="4434840"/>
            <a:ext cx="1828800" cy="1051560"/>
          </a:xfrm>
          <a:prstGeom prst="roundRect">
            <a:avLst>
              <a:gd name="adj" fmla="val 10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0F766E"/>
                </a:solidFill>
                <a:latin typeface="Arial"/>
              </a:rPr>
              <a:t>Verify</a:t>
            </a:r>
          </a:p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Same outage,
zero restarts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Agents investigate, propose and review. People approve and change production.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GUARDRAILS  ·  THE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09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Who can do what, and what enforces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Least privilege per agent, enforced outside the agent. Credentials stay with KAOP.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2514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79" y="1965960"/>
            <a:ext cx="26517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65960"/>
            <a:ext cx="2240279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Can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1080" y="1965960"/>
            <a:ext cx="2953512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Enforced by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50008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79" y="2350008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Pods, events, logs,
workloads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350008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350008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Kubernetes RBAC on
its own identity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53512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71800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79" y="2971800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Metrics, logs,
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971800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 but links
to its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71800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KAOP gateway allow
list: 28 read tools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575304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593592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79" y="3593592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Findings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593592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3593592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May call only
allowlisted agents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97096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215383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Remediation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79" y="4215383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15383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Nothing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215383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Plan-only by design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18888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837175"/>
            <a:ext cx="251460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Code reviewer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79" y="4837175"/>
            <a:ext cx="2651760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The PR diff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837175"/>
            <a:ext cx="2240279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One comment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1080" y="4837175"/>
            <a:ext cx="2953512" cy="5486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GitHub app scopes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5468112"/>
            <a:ext cx="11091672" cy="1024128"/>
          </a:xfrm>
          <a:prstGeom prst="roundRect">
            <a:avLst>
              <a:gd name="adj" fmla="val 12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VERIFIED IN THIS LAB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Kubernetes RCA, checked with kubectl: </a:t>
            </a:r>
            <a:r>
              <a:rPr sz="1400" b="0">
                <a:solidFill>
                  <a:srgbClr val="0F172A"/>
                </a:solidFill>
                <a:latin typeface="Arial"/>
              </a:rPr>
              <a:t>reads pods, events, logs. Denied secrets, exec, delete, patch, scale.</a:t>
            </a:r>
          </a:p>
          <a:p>
            <a:pPr algn="l">
              <a:lnSpc>
                <a:spcPct val="110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investigator: </a:t>
            </a:r>
            <a:r>
              <a:rPr sz="1400" b="0">
                <a:solidFill>
                  <a:srgbClr val="0F172A"/>
                </a:solidFill>
                <a:latin typeface="Arial"/>
              </a:rPr>
              <a:t>any tool outside its allow list comes back "Tool not found".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10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Live: one bad change, one Redis outage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Real cluster, real alert, real agents.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4549793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91C1C"/>
                </a:solidFill>
                <a:latin typeface="Arial"/>
              </a:rPr>
              <a:t>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Bad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Liveness checks Redis.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0181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811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325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Redis goes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325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Started when we began.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4987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01291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6427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Amplified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6427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Kubernetes kills the healthy API.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72753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INVESTIGATE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72753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19057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4193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4193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Grafana alerts KAOP.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2592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07223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1736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736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Root cause, confidence, evidence.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3692" y="1920240"/>
            <a:ext cx="2996619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DECIDE AND FIX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3692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89996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5132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Decide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5132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I approve, then apply.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96866" y="2240280"/>
            <a:ext cx="1443445" cy="210312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43170" y="239572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8306" y="2834640"/>
            <a:ext cx="1278853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0F172A"/>
                </a:solidFill>
                <a:latin typeface="Arial"/>
              </a:rPr>
              <a:t>Prevent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8306" y="3401568"/>
            <a:ext cx="1278853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475569"/>
                </a:solidFill>
                <a:latin typeface="Arial"/>
              </a:rPr>
              <a:t>One-line PR, reviewed by an agent.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26280"/>
            <a:ext cx="11091672" cy="109728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645152"/>
            <a:ext cx="2743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A5B4FC"/>
                </a:solidFill>
                <a:latin typeface="Arial"/>
              </a:rPr>
              <a:t>MEASURED ON THIS LAB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FCA5A5"/>
                </a:solidFill>
                <a:latin typeface="Arial"/>
              </a:rPr>
              <a:t>Bad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API killed 5 times in 5 minutes, alert fired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937760"/>
            <a:ext cx="5120640" cy="6400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5EEAD4"/>
                </a:solidFill>
                <a:latin typeface="Arial"/>
              </a:rPr>
              <a:t>Fixed check   </a:t>
            </a:r>
            <a:r>
              <a:rPr sz="1600" b="0">
                <a:solidFill>
                  <a:srgbClr val="FFFFFF"/>
                </a:solidFill>
                <a:latin typeface="Arial"/>
              </a:rPr>
              <a:t>0 kills, alert stayed quiet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WATCH FOR   </a:t>
            </a:r>
            <a:r>
              <a:rPr sz="1600" b="0">
                <a:solidFill>
                  <a:srgbClr val="FFFFFF"/>
                </a:solidFill>
                <a:latin typeface="Arial"/>
              </a:rPr>
              <a:t>Redis is the trigger. The health check is the root cause.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11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Succeeded isn't the same as 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I measured the Grafana agent on the same alert, five runs per setup, then improved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4846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0F766E"/>
                </a:solidFill>
                <a:latin typeface="Arial"/>
              </a:rPr>
              <a:t>OUR RUNBOOK IN KAOP'S KNOWLEDGE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4846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475569"/>
                </a:solidFill>
                <a:latin typeface="Arial"/>
              </a:rPr>
              <a:t>1 of 5</a:t>
            </a:r>
            <a:r>
              <a:rPr sz="3000" b="0">
                <a:solidFill>
                  <a:srgbClr val="94A3B8"/>
                </a:solidFill>
                <a:latin typeface="Arial"/>
              </a:rPr>
              <a:t>   →   </a:t>
            </a:r>
            <a:r>
              <a:rPr sz="4400" b="1">
                <a:solidFill>
                  <a:srgbClr val="0F766E"/>
                </a:solidFill>
                <a:latin typeface="Arial"/>
              </a:rPr>
              <a:t>10 of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48463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runs that named the real 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34840"/>
            <a:ext cx="48463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Same alert. One page of our own standards.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53912" y="2057400"/>
            <a:ext cx="5486400" cy="3520440"/>
          </a:xfrm>
          <a:prstGeom prst="roundRect">
            <a:avLst>
              <a:gd name="adj" fmla="val 6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286000"/>
            <a:ext cx="48463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B45309"/>
                </a:solidFill>
                <a:latin typeface="Arial"/>
              </a:rPr>
              <a:t>ONLY THE TOOLS THE JOB NEEDS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788920"/>
            <a:ext cx="4846320" cy="10058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475569"/>
                </a:solidFill>
                <a:latin typeface="Arial"/>
              </a:rPr>
              <a:t>$0.68</a:t>
            </a:r>
            <a:r>
              <a:rPr sz="3000" b="0">
                <a:solidFill>
                  <a:srgbClr val="94A3B8"/>
                </a:solidFill>
                <a:latin typeface="Arial"/>
              </a:rPr>
              <a:t>   →   </a:t>
            </a:r>
            <a:r>
              <a:rPr sz="4400" b="1">
                <a:solidFill>
                  <a:srgbClr val="B45309"/>
                </a:solidFill>
                <a:latin typeface="Arial"/>
              </a:rPr>
              <a:t>$0.53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3840480"/>
            <a:ext cx="484632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F172A"/>
                </a:solidFill>
                <a:latin typeface="Arial"/>
              </a:rPr>
              <a:t>per run, with the same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4434840"/>
            <a:ext cx="484632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28 read tools instead of about 75.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NOTICE   </a:t>
            </a:r>
            <a:r>
              <a:rPr sz="1600" b="0">
                <a:solidFill>
                  <a:srgbClr val="FFFFFF"/>
                </a:solidFill>
                <a:latin typeface="Arial"/>
              </a:rPr>
              <a:t>Every run reported success, the wrong ones too. KAOP's evaluations grade the answer.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12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Autonomy, earned one step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From human in the loop to human on the loop. Each step is a permission you grant.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429000"/>
            <a:ext cx="2670048" cy="219456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364845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1480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Investigate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572000"/>
            <a:ext cx="2331720" cy="8686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Root cause and evidence, minutes after the alert.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3017520"/>
            <a:ext cx="2670048" cy="2606040"/>
          </a:xfrm>
          <a:prstGeom prst="roundRect">
            <a:avLst>
              <a:gd name="adj" fmla="val 8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32004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10328" y="323697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370332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Propose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8728" y="4160520"/>
            <a:ext cx="2331720" cy="12801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The fix, with undo and a check.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5" y="2606040"/>
            <a:ext cx="2670048" cy="30175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5936" y="278892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17536" y="2825496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329184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Approve to execute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3749039"/>
            <a:ext cx="2331720" cy="1691639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A person approves. An agent applies.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0263" y="2194560"/>
            <a:ext cx="2670048" cy="3429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53143" y="237744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24743" y="2414015"/>
            <a:ext cx="9601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53143" y="2880360"/>
            <a:ext cx="23774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F172A"/>
                </a:solidFill>
                <a:latin typeface="Arial"/>
              </a:rPr>
              <a:t>Pre-approved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3143" y="3337560"/>
            <a:ext cx="2331720" cy="21031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>
                <a:solidFill>
                  <a:srgbClr val="475569"/>
                </a:solidFill>
                <a:latin typeface="Arial"/>
              </a:rPr>
              <a:t>Low-risk fixes run on their own. People review.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GOAL   </a:t>
            </a:r>
            <a:r>
              <a:rPr sz="1600" b="0">
                <a:solidFill>
                  <a:srgbClr val="FFFFFF"/>
                </a:solidFill>
                <a:latin typeface="Arial"/>
              </a:rPr>
              <a:t>Lower time to resolution, fewer 3 a.m. pages, engineers back on the roadmap.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KAOP  ·  PLATFORM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13 /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Let's shape the first step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Built around your team, at your 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73152" cy="4572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ALIGN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 scoping session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Agree the workflow, the owner, the guardrails, and how we measure success.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8678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79" y="2286000"/>
            <a:ext cx="73152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PROVE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One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One cluster, read-only. Plus one agent your teams already run.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35823" y="2907792"/>
            <a:ext cx="256032" cy="219456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19" y="2011680"/>
            <a:ext cx="33832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75319" y="2286000"/>
            <a:ext cx="73152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7" y="2212848"/>
            <a:ext cx="283464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B45309"/>
                </a:solidFill>
                <a:latin typeface="Arial"/>
              </a:rPr>
              <a:t>EXPAND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7" y="2468880"/>
            <a:ext cx="283464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F172A"/>
                </a:solidFill>
                <a:latin typeface="Arial"/>
              </a:rPr>
              <a:t>At your 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3063240"/>
            <a:ext cx="2971800" cy="8229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More teams and autonomy, then modules like Alert Intelligence or Kubernetes Cost.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4F46E5"/>
                </a:solidFill>
                <a:latin typeface="Arial"/>
              </a:rPr>
              <a:t>FROM YOUR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driver who owns it day to day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The budget owner, who decides when to expand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Two or three dates for the scoping session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206240"/>
            <a:ext cx="54864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1" y="4315968"/>
            <a:ext cx="493776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0F766E"/>
                </a:solidFill>
                <a:latin typeface="Arial"/>
              </a:rPr>
              <a:t>FROM KOMODOR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8231" y="4617720"/>
            <a:ext cx="5029200" cy="10058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product engineer, hands-on with setup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Catalog agents, ready to run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172A"/>
                </a:solidFill>
                <a:latin typeface="Arial"/>
              </a:rPr>
              <a:t>•  A joint review of the results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NEXT   </a:t>
            </a:r>
            <a:r>
              <a:rPr sz="1600" b="0">
                <a:solidFill>
                  <a:srgbClr val="FFFFFF"/>
                </a:solidFill>
                <a:latin typeface="Arial"/>
              </a:rPr>
              <a:t>Pick a date for the scoping session with your driver and budget owner.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KOMODOR AGENTIC OPERATIONS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6400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640080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94A3B8"/>
                </a:solidFill>
                <a:latin typeface="Arial"/>
              </a:rPr>
              <a:t>What you saw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157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60604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One view of every agent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Who owns it, what it did, what it cost.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844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47472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Limits a system enforces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Kubernetes and KAOP said no. Not a prompt.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5312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343400"/>
            <a:ext cx="6035040" cy="7315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FFFFFF"/>
                </a:solidFill>
                <a:latin typeface="Arial"/>
              </a:rPr>
              <a:t>Agents working as one workflow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CBD5E1"/>
                </a:solidFill>
                <a:latin typeface="Arial"/>
              </a:rPr>
              <a:t>Alert to reviewed fix, on one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097280"/>
            <a:ext cx="3959352" cy="3749039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79" y="1325880"/>
            <a:ext cx="347472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0E7FF"/>
                </a:solidFill>
                <a:latin typeface="Arial"/>
              </a:rPr>
              <a:t>NEXT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69164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>
                <a:solidFill>
                  <a:srgbClr val="FFFFFF"/>
                </a:solidFill>
                <a:latin typeface="Arial"/>
              </a:rPr>
              <a:t>A scoping session with your driver and budget owner.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3246120"/>
            <a:ext cx="3474720" cy="14630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Echizeni Ikpah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E0E7FF"/>
                </a:solidFill>
                <a:latin typeface="Arial"/>
              </a:rPr>
              <a:t>Product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82296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A5B4FC"/>
                </a:solidFill>
                <a:latin typeface="Arial"/>
              </a:rPr>
              <a:t>Questions?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94A3B8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0972800" cy="9144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Arial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0">
                <a:solidFill>
                  <a:srgbClr val="94A3B8"/>
                </a:solidFill>
                <a:latin typeface="Arial"/>
              </a:rPr>
              <a:t>Reference material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A   Sources for this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B   Common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C  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7315200" cy="4114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>
                <a:solidFill>
                  <a:srgbClr val="CBD5E1"/>
                </a:solidFill>
                <a:latin typeface="Arial"/>
              </a:rPr>
              <a:t>D   Cost and guardrails, tested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Sources for this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Every claim traces to Komodor's material or to this lab.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Komodor website and KAOP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057400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Positioning: build, run, govern, optimize. The Gartner figure.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2491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770632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security and governance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770632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six layers, approvals, audit log, Access explorer.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38144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83864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catalog, knowledge base, evaluations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3483864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What each agent does, where it stops, and how runs are graded.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5137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97096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KAOP docs: incident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4197096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The alert-to-remediation workflow.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864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10328"/>
            <a:ext cx="393192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This 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910328"/>
            <a:ext cx="6766560" cy="53035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475569"/>
                </a:solidFill>
                <a:latin typeface="Arial"/>
              </a:rPr>
              <a:t>A real fault, a real alert, permissions verified, fix measured.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52160"/>
            <a:ext cx="11091672" cy="603504"/>
          </a:xfrm>
          <a:prstGeom prst="roundRect">
            <a:avLst>
              <a:gd name="adj" fmla="val 12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92608" rIns="73152" tIns="36576" bIns="36576"/>
          <a:lstStyle/>
          <a:p>
            <a:pPr algn="l">
              <a:lnSpc>
                <a:spcPct val="110000"/>
              </a:lnSpc>
            </a:pPr>
            <a:r>
              <a:rPr sz="1200" b="1">
                <a:solidFill>
                  <a:srgbClr val="A5B4FC"/>
                </a:solidFill>
                <a:latin typeface="Arial"/>
              </a:rPr>
              <a:t>APPROACH   </a:t>
            </a:r>
            <a:r>
              <a:rPr sz="1600" b="0">
                <a:solidFill>
                  <a:srgbClr val="FFFFFF"/>
                </a:solidFill>
                <a:latin typeface="Arial"/>
              </a:rPr>
              <a:t>Start from your challenges, prove it on a real incident, then agree the first step together.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Common questions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“We'll build this ourselves.”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You can build an agent. The hard part is identity, approvals, audit, budgets and evaluation around every agent, for every team. That's the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59152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04872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“Komodor already has Klaudia. Why KAOP?”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404872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Klaudia is Komodor's AI SRE. KAOP is the control center for all your agents: Klaudia-based, Komodor's and your own.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55264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00984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if the agent is wrong?”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300984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It separates what it saw from what it guessed, every change needs a person, and KAOP can grade runs with an evaluator.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51376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197096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“How long does onboarding take?”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197096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Catalog agents deploy in minutes. The real time goes into agreeing the workflow, the owner and the guardrails, which is why I'd start with a scoping session.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047488"/>
            <a:ext cx="11091672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093207"/>
            <a:ext cx="393192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“What does it cost?”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5093207"/>
            <a:ext cx="6766560" cy="713232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Every run shows its cost, and budgets block new runs at a limit. We'd agree a budget in the scoping session and track cost per useful investigation.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Measured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The same Redis outage, measured both 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1965960"/>
            <a:ext cx="365760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Redis (bad)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65960"/>
            <a:ext cx="356616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Liveness checks the process (fix)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Times Kubernetes killed the healthy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350008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5 in a 5-minute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50008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35224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Liveness failures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2953512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953512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None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38728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57016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Grafana restart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3557016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Fired at +3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3557016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Stayed Normal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42231"/>
            <a:ext cx="11091672" cy="5303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160519"/>
            <a:ext cx="347472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F172A"/>
                </a:solidFill>
                <a:latin typeface="Arial"/>
              </a:rPr>
              <a:t>API back after Redis returned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160519"/>
            <a:ext cx="365760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91C1C"/>
                </a:solidFill>
                <a:latin typeface="Arial"/>
              </a:rPr>
              <a:t>4.8 s to 3.6 min (restart back-off)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160519"/>
            <a:ext cx="3566160" cy="49377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0F766E"/>
                </a:solidFill>
                <a:latin typeface="Arial"/>
              </a:rPr>
              <a:t>6.5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2026-10-24 and 2026-10-25 on a single-node kind cluster. With the bad check, recovery waits on Kubernetes' restart back-off (10 s, doubling up to 5 minutes), so it depends on how long the outage lasted.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4F46E5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784080" y="320040"/>
            <a:ext cx="18288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000" b="0">
                <a:solidFill>
                  <a:srgbClr val="94A3B8"/>
                </a:solidFill>
                <a:latin typeface="Arial"/>
              </a:rPr>
              <a:t>APPENDIX 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F172A"/>
                </a:solidFill>
                <a:latin typeface="Arial"/>
              </a:rPr>
              <a:t>Cost and guardrails,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475569"/>
                </a:solidFill>
                <a:latin typeface="Arial"/>
              </a:rPr>
              <a:t>Each change made on this lab, then tested with real runs.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42062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283464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965960"/>
            <a:ext cx="3474720" cy="32004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>
                <a:solidFill>
                  <a:srgbClr val="94A3B8"/>
                </a:solidFill>
                <a:latin typeface="Arial"/>
              </a:rPr>
              <a:t>Result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only the 28 read tools it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350008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5 runs with and 5 without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350008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About $0.68 → $0.53 a run. Same root cause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26663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44951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One standards doc for every incident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044951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Same alert, 5 runs without the doc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3044951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Cause found in 10 of 10 runs with it, 1 of 5 without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721608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739896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Workflow budget: $40 a day, blocks new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39896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Cap lowered to $0.01, two alerts sent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739896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Second alert recorded but not investigated, with the reason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16552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434840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Grafana agent: allow list instead of a deny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4434840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Asked for tools outside the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434840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"Not permitted" / "Tool not found"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111496"/>
            <a:ext cx="11091672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129783"/>
            <a:ext cx="42062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0F172A"/>
                </a:solidFill>
                <a:latin typeface="Arial"/>
              </a:rPr>
              <a:t>Owner and team label on every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5129783"/>
            <a:ext cx="283464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475569"/>
                </a:solidFill>
                <a:latin typeface="Arial"/>
              </a:rPr>
              <a:t>Fleet filtered by owner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5129783"/>
            <a:ext cx="3474720" cy="5852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0F766E"/>
                </a:solidFill>
                <a:latin typeface="Arial"/>
              </a:rPr>
              <a:t>Every agent has an owner to call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94A3B8"/>
                </a:solidFill>
                <a:latin typeface="Arial"/>
              </a:rPr>
              <a:t>Measured on 2026-10-25 and 2026-10-26 (UTC). Identical runs vary by about 20 cents, so read the cost result as a direction, not a benchmark.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