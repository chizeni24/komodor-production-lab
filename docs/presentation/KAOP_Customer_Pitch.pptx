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290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611880"/>
            <a:ext cx="73152" cy="4114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5021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5021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From your first agent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526280"/>
            <a:ext cx="73152" cy="411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165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our product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4165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Your feedback shapes what we build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600200"/>
            <a:ext cx="3959352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81051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WHY WE'RE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148840"/>
            <a:ext cx="347472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Your teams launch AI agents on their own. Nobody sees them all or sets their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KAOP GIVES YOUR PLATFORM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3639312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64008" cy="2011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666744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One view of every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151376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61104"/>
            <a:ext cx="64008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178808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Limits a system enforces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663440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773168"/>
            <a:ext cx="64008" cy="2011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690872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Agents working as one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230368"/>
            <a:ext cx="34747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CBD5E1"/>
                </a:solidFill>
                <a:latin typeface="Arial"/>
              </a:rPr>
              <a:t>Live today: a real incident and a real code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solves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Visibility, guardrails, workflows.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487168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6060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05456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real alert fires in Grafana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KAOP starts work on its own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3099816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32186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118104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Two agents investigate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Root cause, with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12464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30752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person picks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Agents propose. People decide.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325112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444398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343400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An agent reviews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Risky changes caught before merge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37760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50566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One record of every step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Who did what, and what it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problem you have today, and what KAOP does about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Every team builds its agents from scratch.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37360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11879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Start from 50+ ready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Or bring your own. Same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Alert, investigation and fix sit in three tools.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544568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55848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84448" y="3611879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9896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9896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One workflow, one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4448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Alerts start the work. Agents hand off.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An agent's limits live in its prompt.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7351775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5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91655" y="3611879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7103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3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Limits the platform enforces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5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Identity, permissions, approvals and audit.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0263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Nobody knows what agents cost or are worth.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158984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70263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98863" y="3611879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1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4311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Cost per run, budgets that block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Keep what earns its cost.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platform engineering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68112"/>
            <a:ext cx="11091672" cy="1024128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IN THIS LAB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RCA, checked with kubectl: </a:t>
            </a:r>
            <a:r>
              <a:rPr sz="1400" b="0">
                <a:solidFill>
                  <a:srgbClr val="0F172A"/>
                </a:solidFill>
                <a:latin typeface="Arial"/>
              </a:rPr>
              <a:t>reads pods, events, logs. Denied secrets, exec, delete, patch, scale.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investigator: </a:t>
            </a:r>
            <a:r>
              <a:rPr sz="1400" b="0">
                <a:solidFill>
                  <a:srgbClr val="0F172A"/>
                </a:solidFill>
                <a:latin typeface="Arial"/>
              </a:rPr>
              <a:t>any tool outside its allow list comes back "Tool not found".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product engineer, hands-on with setup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What you saw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One view of every agent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Who owns it, what it did, what it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Limits a system enforces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Kubernetes and KAOP said no. Not a prompt.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Agents working as one workflow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Alert to reviewed fix, on one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D   Cost and guardrails, tested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Cost and guardrails,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change made on this lab, then tested with real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42062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65960"/>
            <a:ext cx="28346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Result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only the 28 read tools it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350008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3–4 runs with and without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350008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About $0.71 → $0.53 a run. Same root cause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26663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44951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One standards doc for every incident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44951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with and without the 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044951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Cause found in 7 of 7 runs, vs 2 of 5 without. Cost about the same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21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39896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Workflow budget: $40 a day, blocks new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39896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Cap lowered to $0.01, two alerts 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739896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Second alert recorded but not investigated, with the reason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1655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4840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allow list instead of a deny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434840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Asked for tools outside the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434840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"Not permitted" / "Tool not found"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11149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129783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Owner and team label on every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5129783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Fleet filtered by owner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5129783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Every agent has an owner to 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2026-10-25 and 2026-10-26 (UTC). Identical runs vary by about 20 cents, so read the cost result as a direction, not a benchmark.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