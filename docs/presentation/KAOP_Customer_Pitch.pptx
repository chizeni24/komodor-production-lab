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51713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2744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6402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23036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73659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73659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35761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6792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0450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07084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57707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57707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53619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675888"/>
            <a:ext cx="10863072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38496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39044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614416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customer pitch</dc:title>
  <dc:subject/>
  <dc:creator>Echizeni Ikpah</dc:creator>
  <cp:lastModifiedBy>Echizeni Ikpah</cp:lastModifiedBy>
  <cp:revision>1</cp:revision>
  <dcterms:created xsi:type="dcterms:W3CDTF">2026-10-26T20:19:41Z</dcterms:created>
  <dcterms:modified xsi:type="dcterms:W3CDTF">2026-10-26T20:19:41Z</dcterms:modified>
  <dc:description/>
  <cp:keywords/>
</cp:coreProperties>
</file>