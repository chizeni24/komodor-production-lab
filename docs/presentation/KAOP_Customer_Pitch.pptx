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KOMODOR AGENTIC OPERATIONS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6766560" cy="1371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Your teams are already shipping agents.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676656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A5B4FC"/>
                </a:solidFill>
                <a:latin typeface="Arial"/>
              </a:rPr>
              <a:t>Can you govern them?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621792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CBD5E1"/>
                </a:solidFill>
                <a:latin typeface="Arial"/>
              </a:rPr>
              <a:t>Give every agent an identity, a boundary, an approval path and a record.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89320"/>
            <a:ext cx="6400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4A3B8"/>
                </a:solidFill>
                <a:latin typeface="Arial"/>
              </a:rPr>
              <a:t>A conversation for platform engineering leaders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914400"/>
            <a:ext cx="4114800" cy="5257800"/>
          </a:xfrm>
          <a:prstGeom prst="roundRect">
            <a:avLst>
              <a:gd name="adj" fmla="val 4000"/>
            </a:avLst>
          </a:prstGeom>
          <a:solidFill>
            <a:srgbClr val="111B2E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18120" y="1188720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SRE  </a:t>
            </a:r>
            <a:r>
              <a:rPr sz="1400" b="0">
                <a:solidFill>
                  <a:srgbClr val="FFFFFF"/>
                </a:solidFill>
                <a:latin typeface="Arial"/>
              </a:rPr>
              <a:t>Incident investigator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1901952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App team  </a:t>
            </a:r>
            <a:r>
              <a:rPr sz="1400" b="0">
                <a:solidFill>
                  <a:srgbClr val="FFFFFF"/>
                </a:solidFill>
                <a:latin typeface="Arial"/>
              </a:rPr>
              <a:t>PR reviewer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2615184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FinOps  </a:t>
            </a:r>
            <a:r>
              <a:rPr sz="1400" b="0">
                <a:solidFill>
                  <a:srgbClr val="FFFFFF"/>
                </a:solidFill>
                <a:latin typeface="Arial"/>
              </a:rPr>
              <a:t>Cost analyzer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3328415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Support  </a:t>
            </a:r>
            <a:r>
              <a:rPr sz="1400" b="0">
                <a:solidFill>
                  <a:srgbClr val="FFFFFF"/>
                </a:solidFill>
                <a:latin typeface="Arial"/>
              </a:rPr>
              <a:t>Your own agent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491472" y="4041648"/>
            <a:ext cx="219456" cy="329184"/>
          </a:xfrm>
          <a:prstGeom prst="down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818120" y="448056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E0E7FF"/>
                </a:solidFill>
                <a:latin typeface="Arial"/>
              </a:rPr>
              <a:t>ONE CONTROL PLANE</a:t>
            </a:r>
          </a:p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Identity · Permissions · Approvals</a:t>
            </a:r>
          </a:p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Audit log · Budgets · Run evidence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02 /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Agents are spreading faster than your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Every team's agent is a good idea. The risk sits between them.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NO INVENTORY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Who owns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Agents appear team by team. Nobody has the full list.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79" y="233172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1727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INCONSISTENT ACCESS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7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What can it touch?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Each agent brings its own keys. Its limits live in a prompt.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75319" y="2331720"/>
            <a:ext cx="73152" cy="4572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0767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NO SINGLE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7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What did it do?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19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Alert, investigation and fix sit in three different tools.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572000"/>
            <a:ext cx="11091672" cy="1051560"/>
          </a:xfrm>
          <a:prstGeom prst="roundRect">
            <a:avLst>
              <a:gd name="adj" fmla="val 12000"/>
            </a:avLst>
          </a:prstGeom>
          <a:solidFill>
            <a:srgbClr val="FF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B45309"/>
                </a:solidFill>
                <a:latin typeface="Arial"/>
              </a:rPr>
              <a:t>40%+</a:t>
            </a:r>
            <a:r>
              <a:rPr sz="1600" b="0">
                <a:solidFill>
                  <a:srgbClr val="0F172A"/>
                </a:solidFill>
                <a:latin typeface="Arial"/>
              </a:rPr>
              <a:t>   of agentic AI projects will be cancelled by 2027, says Gartner, for governance, unclear value and cost.</a:t>
            </a:r>
          </a:p>
          <a:p>
            <a:pPr algn="l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Cited in Komodor's KAOP launch, September 2026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ASK   </a:t>
            </a:r>
            <a:r>
              <a:rPr sz="1600" b="0">
                <a:solidFill>
                  <a:srgbClr val="FFFFFF"/>
                </a:solidFill>
                <a:latin typeface="Arial"/>
              </a:rPr>
              <a:t>Which of these three hurts your team most today?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03 /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KAOP runs agents like production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One platform for Komodor's agents and your own.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Start ready, or bring your 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Komodor-built agents, including Kubernetes RCA from Klaudia. Or import yours.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5848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84448" y="233172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9896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RUN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9896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Real triggers, real workflows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Alerts, schedules and Slack start runs. Workflows route to specialists.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5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91655" y="2331720"/>
            <a:ext cx="73152" cy="4572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47103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GOVERN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3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Enforced, not instructed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5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Identity, default-deny permissions, guardrails, approvals and audit.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263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98863" y="2331720"/>
            <a:ext cx="73152" cy="457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54311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OPTIMIZE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54311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Keep what earns its cost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8863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run's evidence and cost. Evaluations and budgets.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FOUNDATION   </a:t>
            </a:r>
            <a:r>
              <a:rPr sz="1600" b="0">
                <a:solidFill>
                  <a:srgbClr val="FFFFFF"/>
                </a:solidFill>
                <a:latin typeface="Arial"/>
              </a:rPr>
              <a:t>Klaudia's Kubernetes expertise, packaged as agents your teams deploy in minutes.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04 /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 prompt is not a permission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KAOP governs an agent the way it governs a person.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21945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1965960"/>
            <a:ext cx="26517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1965960"/>
            <a:ext cx="2743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STOPS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67712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67512" y="236829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322576"/>
            <a:ext cx="164592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Identity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2322576"/>
            <a:ext cx="265176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Who is acting?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2322576"/>
            <a:ext cx="2697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Unaccountable actions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834640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67512" y="2935224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2889504"/>
            <a:ext cx="164592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Permissions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889504"/>
            <a:ext cx="265176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Allowed on this?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2889504"/>
            <a:ext cx="2697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Reaching beyond the job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01568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7512" y="3502151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456432"/>
            <a:ext cx="164592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Standards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456432"/>
            <a:ext cx="265176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Built to our rules?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9240" y="3456432"/>
            <a:ext cx="2697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Agents with no owner or budget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68496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67512" y="406908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4023359"/>
            <a:ext cx="164592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Guardrails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80" y="4023359"/>
            <a:ext cx="265176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Safe right now?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49240" y="4023359"/>
            <a:ext cx="2697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Destructive tool calls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535424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67512" y="4636008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4590288"/>
            <a:ext cx="164592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Approvals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97480" y="4590288"/>
            <a:ext cx="265176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Should a person decide?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9240" y="4590288"/>
            <a:ext cx="2697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Irreversible actions alone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102352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67512" y="520293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" y="5157216"/>
            <a:ext cx="164592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Audit log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97480" y="5157216"/>
            <a:ext cx="265176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What happened?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49240" y="5157216"/>
            <a:ext cx="2697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Changes nobody can explain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321040" y="1965960"/>
            <a:ext cx="3319272" cy="370332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49640" y="2148840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IN TODAY'S LAB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9640" y="2487168"/>
            <a:ext cx="2971800" cy="3108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Investigator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0">
                <a:solidFill>
                  <a:srgbClr val="CBD5E1"/>
                </a:solidFill>
                <a:latin typeface="Arial"/>
              </a:rPr>
              <a:t>Reads only. No secrets, no writes.</a:t>
            </a: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GitHub agent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0">
                <a:solidFill>
                  <a:srgbClr val="CBD5E1"/>
                </a:solidFill>
                <a:latin typeface="Arial"/>
              </a:rPr>
              <a:t>One PR, after I approve. Never merges.</a:t>
            </a: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Code reviewer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CBD5E1"/>
                </a:solidFill>
                <a:latin typeface="Arial"/>
              </a:rPr>
              <a:t>Comments only. Can't approve or merge.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PRINCIPLE   </a:t>
            </a:r>
            <a:r>
              <a:rPr sz="1600" b="0">
                <a:solidFill>
                  <a:srgbClr val="FFFFFF"/>
                </a:solidFill>
                <a:latin typeface="Arial"/>
              </a:rPr>
              <a:t>If I say an agent is read-only, I show what enforces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05 /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One record from the alert to the merged fix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What the platform team sees, without asking anyone.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50008"/>
            <a:ext cx="73152" cy="3840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Fleet 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agent, its owner, its status.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79" y="2350008"/>
            <a:ext cx="73152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81727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Runs &amp;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Inputs, tool calls, reasoning, output, cost.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75319" y="2350008"/>
            <a:ext cx="73152" cy="38404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7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Attention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Decisions waiting on a person.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4133088"/>
            <a:ext cx="73152" cy="3840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Audit log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Who changed what, and when.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79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26279" y="4133088"/>
            <a:ext cx="73152" cy="38404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1727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Spend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79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Cost per agent and team, with budgets.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19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75319" y="4133088"/>
            <a:ext cx="73152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0767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Access explorer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19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What can this agent actually do?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RESULT   </a:t>
            </a:r>
            <a:r>
              <a:rPr sz="1600" b="0">
                <a:solidFill>
                  <a:srgbClr val="FFFFFF"/>
                </a:solidFill>
                <a:latin typeface="Arial"/>
              </a:rPr>
              <a:t>Inventory, access and audit become a screen, not a spreadsheet.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06 /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One incident, two governed 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Built from KAOP catalog agents. No custom code.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5960"/>
            <a:ext cx="1109167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100584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WORKFLOW 1  ·  INCIDENT  ·  owned by SRE  ·  starts on a Grafana alert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Grafana alert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API restarting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33472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53512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Investigate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K8s RCA + Grafana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09744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29783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Remediation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Decides if a fix
is needed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986015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06055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Approval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decides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162288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482328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GitHub agent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Opens one PR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77639"/>
            <a:ext cx="11091672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069079"/>
            <a:ext cx="100584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WORKFLOW 2  ·  CODE REVIEW  ·  owned by the app team  ·  starts on any pull request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Pull request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From agent or person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2633472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53512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Code reviewer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Comments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809744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129783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Merge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merges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986015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06055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Deploy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From git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162288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482328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Verify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Same outage,
zero restarts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NOTICE   </a:t>
            </a:r>
            <a:r>
              <a:rPr sz="1600" b="0">
                <a:solidFill>
                  <a:srgbClr val="FFFFFF"/>
                </a:solidFill>
                <a:latin typeface="Arial"/>
              </a:rPr>
              <a:t>No agent changes the running cluster. Fixes go through git and a person.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07 /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Who can do what, and what enforces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Least privilege per agent, enforced outside the agent.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251460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79" y="1965960"/>
            <a:ext cx="265176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Can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965960"/>
            <a:ext cx="2240279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Can 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1080" y="1965960"/>
            <a:ext cx="2953512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Enforced by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3172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50008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Kubernetes RCA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79" y="2350008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Pods, events, logs,
workloads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350008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2350008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Kubernetes RBAC on
its own identity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953512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71800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Grafana investigator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79" y="2971800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Metrics, events,
alerts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971800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2971800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Grafana Viewer token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575304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593592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Remediation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79" y="3593592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The investigation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3593592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1080" y="3593592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Holds no credentials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197096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215383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GitHub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79" y="4215383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Repository code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4215383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One PR, after approval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4215383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Approval gate +
GitHub app scopes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818888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837175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Code reviewer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79" y="4837175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The PR diff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837175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One comment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41080" y="4837175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GitHub app scopes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532120"/>
            <a:ext cx="11091672" cy="868680"/>
          </a:xfrm>
          <a:prstGeom prst="roundRect">
            <a:avLst>
              <a:gd name="adj" fmla="val 12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F766E"/>
                </a:solidFill>
                <a:latin typeface="Arial"/>
              </a:rPr>
              <a:t>VERIFIED ON THIS CLUSTER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KAOP's agent permissions checked with kubectl: reads pods, events, logs. Denied secrets, exec, delete, patch, scale.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08 /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Live: one bad change, one Redis outage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Real cluster, real alert, real agents.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4549793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BREAK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94944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Bad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Liveness checks Redis.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01813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48117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3253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Redis goes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3253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Readiness fails. Correct.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4987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01291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6427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Amplified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6427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Kubernetes kills the healthy API.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2753" y="1920240"/>
            <a:ext cx="2996619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INVESTIGATE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72753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19057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64193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Detect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4193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Grafana alerts KAOP.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25926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72230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17366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Investigate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17366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Root cause, confidence, evidence.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3692" y="1920240"/>
            <a:ext cx="2996619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FIX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43692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789996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35132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Decide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5132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I approve a one-line PR.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96866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343170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8306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Review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8306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second agent reviews it.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526280"/>
            <a:ext cx="11091672" cy="1097280"/>
          </a:xfrm>
          <a:prstGeom prst="roundRect">
            <a:avLst>
              <a:gd name="adj" fmla="val 10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645152"/>
            <a:ext cx="2743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MEASURED IN REHEARSAL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" y="4937760"/>
            <a:ext cx="512064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CA5A5"/>
                </a:solidFill>
                <a:latin typeface="Arial"/>
              </a:rPr>
              <a:t>Bad check   </a:t>
            </a:r>
            <a:r>
              <a:rPr sz="1600" b="0">
                <a:solidFill>
                  <a:srgbClr val="FFFFFF"/>
                </a:solidFill>
                <a:latin typeface="Arial"/>
              </a:rPr>
              <a:t>API killed 5 times in 5 minutes, alert fired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4937760"/>
            <a:ext cx="512064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5EEAD4"/>
                </a:solidFill>
                <a:latin typeface="Arial"/>
              </a:rPr>
              <a:t>Fixed check   </a:t>
            </a:r>
            <a:r>
              <a:rPr sz="1600" b="0">
                <a:solidFill>
                  <a:srgbClr val="FFFFFF"/>
                </a:solidFill>
                <a:latin typeface="Arial"/>
              </a:rPr>
              <a:t>0 kills, alert stayed quiet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WATCH FOR   </a:t>
            </a:r>
            <a:r>
              <a:rPr sz="1600" b="0">
                <a:solidFill>
                  <a:srgbClr val="FFFFFF"/>
                </a:solidFill>
                <a:latin typeface="Arial"/>
              </a:rPr>
              <a:t>Redis is the trigger. The health check is the root cause.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09 /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Start with one owned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Two weeks, one owner, pass criteria agreed up front.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3593592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8600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1284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WEEK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46888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Incident investigation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63240"/>
            <a:ext cx="3182112" cy="7772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One cluster. Read-only. Approval on every write.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2011680"/>
            <a:ext cx="3593592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79" y="228600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1727" y="221284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WEEK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7" y="246888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Add code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3063240"/>
            <a:ext cx="3182112" cy="7772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One repository. Fixes go through your normal merge.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2011680"/>
            <a:ext cx="3593592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75319" y="2286000"/>
            <a:ext cx="73152" cy="4572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0767" y="221284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THEN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7" y="246888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Scale or stop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19" y="3063240"/>
            <a:ext cx="3182112" cy="7772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Review the scorecard together. Expand only if it holds.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160520"/>
            <a:ext cx="73152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PILOT SCORECARD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480560"/>
            <a:ext cx="2670048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590288"/>
            <a:ext cx="237744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983480"/>
            <a:ext cx="237744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Every RCA cites real evidence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55848" y="4480560"/>
            <a:ext cx="2670048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57016" y="4590288"/>
            <a:ext cx="237744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Useful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57016" y="4983480"/>
            <a:ext cx="237744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On-call would act on it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3055" y="4480560"/>
            <a:ext cx="2670048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3" y="4590288"/>
            <a:ext cx="237744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In policy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4223" y="4983480"/>
            <a:ext cx="237744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Zero unapproved writes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70263" y="4480560"/>
            <a:ext cx="2670048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71432" y="4590288"/>
            <a:ext cx="237744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Cost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71432" y="4983480"/>
            <a:ext cx="237744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Within the agreed budget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ASK   </a:t>
            </a:r>
            <a:r>
              <a:rPr sz="1600" b="0">
                <a:solidFill>
                  <a:srgbClr val="FFFFFF"/>
                </a:solidFill>
                <a:latin typeface="Arial"/>
              </a:rPr>
              <a:t>Which workflow would you start with, and who would own it?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BACKUP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How I built this pitch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Every claim traces to Komodor's material or to this lab.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Komodor website and KAOP launch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057400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Positioning: build, run, govern, optimize. The Gartner figure.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24912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770632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security and governance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770632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The six layers, approvals, audit log, Access explorer.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38144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483864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agent catalog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483864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What each agent reads, changes, and where it stops.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151376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197096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incident module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197096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The alert-to-remediation workflow.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864608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910328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This lab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910328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A real fault, a real alert, permissions verified, fix measured.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STRATEGY   </a:t>
            </a:r>
            <a:r>
              <a:rPr sz="1600" b="0">
                <a:solidFill>
                  <a:srgbClr val="FFFFFF"/>
                </a:solidFill>
                <a:latin typeface="Arial"/>
              </a:rPr>
              <a:t>Lead with their pain, prove it with one incident, close on a small pilot.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BACKUP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Questions I expect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“We'll build this ourselves.”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508760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You can build an agent. The hard part is identity, approvals, audit, budgets and evaluation around every agent, for every team. That's the platform.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59152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404872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“Komodor already has Klaudia. Why KAOP?”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404872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Klaudia is the expertise. KAOP is the operating model that runs it beside your own agents, under one set of rules.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55264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00984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“Do we still need Grafana?”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300984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Yes. KAOP doesn't replace your monitoring. It starts where your alerts already are, and its Grafana agent reads the same data.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51376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197096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“What if the agent is wrong?”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4197096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It separates what it saw from what it guessed, every change needs a person, and KAOP grades runs over time.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047488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093207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“How do you know it's the probe?”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5093207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I ran the same outage both ways. With the bad check, Kubernetes killed the API five times in five minutes and the alert fired. With the fix: zero kills, no alert.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BACKUP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Rehearsal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The same Redis outage, measured both ways.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347472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1965960"/>
            <a:ext cx="365760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Liveness checks Redis (bad)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965960"/>
            <a:ext cx="356616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Liveness checks the process (fix)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350008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Times Kubernetes killed the healthy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350008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5 in a 5-minute outage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350008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935224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53512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Liveness failures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953512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Yes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953512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None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38728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557016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Grafana restart alert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3557016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Fired at +3 minutes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557016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Stayed Normal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142231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160519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API back after Redis returned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4160519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4.8 s (between back-offs)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4160519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6.5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94A3B8"/>
                </a:solidFill>
                <a:latin typeface="Arial"/>
              </a:rPr>
              <a:t>Rehearsal on 2026-10-24, single-node kind cluster. With the bad check, recovery time depends on where the restart back-off is when Redis returns (10 s, doubling up to 5 minutes).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