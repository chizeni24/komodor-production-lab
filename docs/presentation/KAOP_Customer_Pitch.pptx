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429000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927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31927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Helping platform teams adopt AI agents safely.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For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4187952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I built a production-like lab end to end: Kubernetes, Grafana Cloud and KAOP.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79"/>
            <a:ext cx="67665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166359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56631"/>
            <a:ext cx="164592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My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056631"/>
            <a:ext cx="4572000" cy="60350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Everything you'll see, I tested on that lab first.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600200"/>
            <a:ext cx="3959352" cy="40690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82880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I CARE ABOUT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2240280"/>
            <a:ext cx="3474720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Platform teams saying yes to AI agents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without losing control of what those agents can touch, or the record of what they did.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addresses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Operating model, governance, visibility.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212848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606040"/>
            <a:ext cx="3520440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real alert from Grafana Cloud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Two agents investigating at once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 person approving the fix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An AI review of a real pull request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✓  </a:t>
            </a:r>
            <a:r>
              <a:rPr sz="1600" b="0">
                <a:solidFill>
                  <a:srgbClr val="FFFFFF"/>
                </a:solidFill>
                <a:latin typeface="Arial"/>
              </a:rPr>
              <a:t>The full record of every 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context, memory and governance Komodor built for its own agents, ready for yours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Start ready, or bring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Pre-built workflows for AI SRE, software ops and cost. 50+ Komodor agents. Or import yours.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9896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Real triggers, real workflows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Alerts, schedules and Slack start runs. Workflows route to specialists.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91655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Enforced, not instructed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Identity, default-deny permissions, guardrails, approvals and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057400"/>
            <a:ext cx="267004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98863" y="233172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1" y="225856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1" y="251460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Keep what earns its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3383280"/>
            <a:ext cx="2258568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run's evidence and cost. Evaluations and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965960"/>
            <a:ext cx="2651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STOPS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2257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2257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Who is acting?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2257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Unaccountable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2889504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89504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Allowed on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889504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Reaching beyond the 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456432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56432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Built to our rules?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456432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Agents with no owner or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023359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023359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Safe right now?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23359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Destructive tool calls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590288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590288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Should a person decide?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590288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Irreversible actions alone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157216"/>
            <a:ext cx="164592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157216"/>
            <a:ext cx="265176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What happened?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5157216"/>
            <a:ext cx="2697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Changes nobody can explain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Kubernetes and the gateway enforce it.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Can't apply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Enforced on every run. Prompts can drift;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merged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 and team,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the app team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blocks
write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3212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ON THIS CLUSTER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KAOP's agent permissions checked with kubectl: reads pods, events, logs. Denied secrets, exec, delete, patch, scale.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cause, confidence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the command, an undo plan and a check that it worked.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approves; an agent applies it under its own identity.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Low-risk, reversible fixes run inside guardrails. People review the record.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Help with setup and integrations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grades runs over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