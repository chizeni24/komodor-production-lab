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4A3B8"/>
                </a:solidFill>
                <a:latin typeface="Arial"/>
              </a:rPr>
              <a:t>Echizeni Ikpah  ·  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F172A"/>
                </a:solidFill>
                <a:latin typeface="Arial"/>
              </a:rPr>
              <a:t>Echizeni Ikpah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65836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475569"/>
                </a:solidFill>
                <a:latin typeface="Arial"/>
              </a:rPr>
              <a:t>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2900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611880"/>
            <a:ext cx="73152" cy="4114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502152"/>
            <a:ext cx="237744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With 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3502152"/>
            <a:ext cx="384048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From your first agent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4340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526280"/>
            <a:ext cx="73152" cy="4114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16552"/>
            <a:ext cx="237744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With our product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4416552"/>
            <a:ext cx="384048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Your feedback shapes what we build next.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600200"/>
            <a:ext cx="3959352" cy="420624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181051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WHY WE'RE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148840"/>
            <a:ext cx="347472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Your teams launch AI agents on their own. Nobody sees them all or sets their limits.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29184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 KAOP GIVES YOUR PLATFORM TEAM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3639312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749039"/>
            <a:ext cx="64008" cy="2011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666744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One view of every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4151376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4261104"/>
            <a:ext cx="64008" cy="2011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178808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Limits a system enforces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9560" y="4663440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4773168"/>
            <a:ext cx="64008" cy="20116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690872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Agents working as one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5230368"/>
            <a:ext cx="34747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CBD5E1"/>
                </a:solidFill>
                <a:latin typeface="Arial"/>
              </a:rPr>
              <a:t>Live today: a real incident and a real code review.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What to expect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About 30 minutes, then your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8483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08483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Where agent adoption hurts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1635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How KAOP solves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1635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Visibility, guardrails, workflows.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4787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Live: one real 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4787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From alert to reviewed fix.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3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939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 first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27939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Shaped around your team.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1091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01091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Anything, including the hard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011680"/>
            <a:ext cx="3959352" cy="356616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17627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YOU WILL SEE,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2487168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01000" y="260604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505456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real alert fires in Grafana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KAOP starts work on its own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60" y="3099816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01000" y="321868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118104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Two agents investigate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Root cause, with the evidence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3712464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01000" y="38313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730752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person picks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Agents propose. People decide.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09560" y="4325112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01000" y="444398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343400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An agent reviews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Risky changes caught before merge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9560" y="4937760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01000" y="505663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956048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One record of every step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Who did what, and what it cost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team's agent makes sense on its own. Nobody manages them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WHO OWNS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WHAT CAN IT TOUCH?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WHAT DID IT 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700" b="1">
                <a:solidFill>
                  <a:srgbClr val="0F172A"/>
                </a:solidFill>
                <a:latin typeface="Arial"/>
              </a:rPr>
              <a:t>   of agentic AI projects will be canceled by the end of 2027.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475569"/>
                </a:solidFill>
                <a:latin typeface="Arial"/>
              </a:rPr>
              <a:t>Escalating costs, unclear business value or inadequate risk controls.  Gartner, Inc., cited in Komodor's KAOP launch.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QUESTION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Ownership, access or auditability: which hurts your team most today?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problem you have today, and what KAOP does about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Every team builds its agents from scratch.</a:t>
            </a:r>
          </a:p>
        </p:txBody>
      </p:sp>
      <p:sp>
        <p:nvSpPr>
          <p:cNvPr id="7" name="Down Arrow 6"/>
          <p:cNvSpPr/>
          <p:nvPr/>
        </p:nvSpPr>
        <p:spPr>
          <a:xfrm>
            <a:off x="1737360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11879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Start from 50+ ready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Or bring your own. Same controls.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Alert, investigation and fix sit in three tools.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4544568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55848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84448" y="3611879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9896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9896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One workflow, one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4448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Alerts start the work. Agents hand off.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5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An agent's limits live in its prompt.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7351775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63055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91655" y="3611879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47103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3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Limits the platform enforces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1655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Identity, permissions, approvals and audit.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0263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Nobody knows what agents cost or are worth.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10158984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70263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98863" y="3611879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1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54311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Cost per run, budgets that block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3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Keep what earns its cost.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KOMODOR'S AI SRE IN PRODUCTION WITH      </a:t>
            </a:r>
            <a:r>
              <a:rPr sz="2000" b="1">
                <a:solidFill>
                  <a:srgbClr val="FFFFFF"/>
                </a:solidFill>
                <a:latin typeface="Arial"/>
              </a:rPr>
              <a:t>NEBIUS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DELL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CISCO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PRUDENTIAL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 governs an agent the way it governs a person.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965960"/>
            <a:ext cx="4572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WHAT YOU 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32257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2257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action has a name on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889504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89504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Only the access the job needs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456432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456432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No agent ships without an owner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023359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023359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Risky calls blocked, every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590288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590288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 person decides the irreversible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15721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15721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step on the record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 only. Enforced outside the agent.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Remediation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Proposes fixes. In this lab, a person applies them.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Prompts drift. Enforcement doesn't.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reviewed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Waiting on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Decisions that need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Cost per agent,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from KAOP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Grafana,
in parallel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Proposes fixes
with undo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Apply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today,
an agent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platform engineering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The one-line fix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 in ~30 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Agents investigate, propose and review. People approve and change production.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logs,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 but links
to its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KAOP gateway allow
list: 28 read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May call only
allowlisted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Plan-only by 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468112"/>
            <a:ext cx="11091672" cy="1024128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IN THIS LAB</a:t>
            </a:r>
          </a:p>
          <a:p>
            <a:pPr algn="l">
              <a:lnSpc>
                <a:spcPct val="110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RCA, checked with kubectl: </a:t>
            </a:r>
            <a:r>
              <a:rPr sz="1400" b="0">
                <a:solidFill>
                  <a:srgbClr val="0F172A"/>
                </a:solidFill>
                <a:latin typeface="Arial"/>
              </a:rPr>
              <a:t>reads pods, events, logs. Denied secrets, exec, delete, patch, scale.</a:t>
            </a:r>
          </a:p>
          <a:p>
            <a:pPr algn="l">
              <a:lnSpc>
                <a:spcPct val="110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investigator: </a:t>
            </a:r>
            <a:r>
              <a:rPr sz="1400" b="0">
                <a:solidFill>
                  <a:srgbClr val="0F172A"/>
                </a:solidFill>
                <a:latin typeface="Arial"/>
              </a:rPr>
              <a:t>any tool outside its allow list comes back "Tool not found".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10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Started when we began.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DECIDE AND 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approve, then apply.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Prevent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One-line PR, reviewed by an agent.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ON THIS LAB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11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Autonomy, earned one step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From human in the loop to human on the loop. Each step is a permission you grant.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29000"/>
            <a:ext cx="2670048" cy="219456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64845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2331720" cy="868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Root cause and evidence, minutes after the alert.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3017520"/>
            <a:ext cx="2670048" cy="260604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3200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323697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70332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4160520"/>
            <a:ext cx="233172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The fix, with undo and a check.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606040"/>
            <a:ext cx="2670048" cy="30175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5936" y="2788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282549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29184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Approve to execute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749039"/>
            <a:ext cx="2331720" cy="169163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A person approves. An agent applies.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194560"/>
            <a:ext cx="2670048" cy="3429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53143" y="2377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4743" y="2414015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3" y="288036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Pre-approved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3337560"/>
            <a:ext cx="2331720" cy="21031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Low-risk fixes run on their own. People review.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GOAL   </a:t>
            </a:r>
            <a:r>
              <a:rPr sz="1600" b="0">
                <a:solidFill>
                  <a:srgbClr val="FFFFFF"/>
                </a:solidFill>
                <a:latin typeface="Arial"/>
              </a:rPr>
              <a:t>Lower time to resolution, fewer 3 a.m. pages, engineers back on the roadmap.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12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Let's shape the first step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around your team, at your 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ALIGN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 scoping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Agree the workflow, the owner, how we measure success, and the guardrails.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678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One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One cluster. Read-only. Every change approved by a person.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582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EXPAND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At your 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More workflows, teams and autonomy, once the results hold.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FROM 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driver who owns it day to day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The budget owner, who decides when to expand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Two or three dates for the scoping session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FROM KOMODOR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product engineer, hands-on with setup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Catalog agents, ready to run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joint review of the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NEXT   </a:t>
            </a:r>
            <a:r>
              <a:rPr sz="1600" b="0">
                <a:solidFill>
                  <a:srgbClr val="FFFFFF"/>
                </a:solidFill>
                <a:latin typeface="Arial"/>
              </a:rPr>
              <a:t>Pick a date for the scoping session with your driver and budget owner.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Three things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15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Agents need identities and permissions, not just prompts.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44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Every action needs a boundary and a record.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53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FFFFF"/>
                </a:solidFill>
                <a:latin typeface="Arial"/>
              </a:rPr>
              <a:t>Autonomy is earned. Start with one workflow and one owner.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3959352" cy="3749039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0E7FF"/>
                </a:solidFill>
                <a:latin typeface="Arial"/>
              </a:rPr>
              <a:t>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9164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A scoping session with your driver and budget owner.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Echizeni Ikpah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E0E7FF"/>
                </a:solidFill>
                <a:latin typeface="Arial"/>
              </a:rPr>
              <a:t>Product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5B4FC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Arial"/>
              </a:rPr>
              <a:t>Reference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A   Sources for this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B   Common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C   Measured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D   Cost and guardrails, tested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Sources for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agent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reads, changes, and where it stops.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APPROACH   </a:t>
            </a:r>
            <a:r>
              <a:rPr sz="1600" b="0">
                <a:solidFill>
                  <a:srgbClr val="FFFFFF"/>
                </a:solidFill>
                <a:latin typeface="Arial"/>
              </a:rPr>
              <a:t>Start from your challenges, prove it on a real incident, then agree the first step together.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Common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Komodor's AI SRE. KAOP is the control center for all your agents: Klaudia-based, Komodor's and your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can grade runs with an evaluator.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long does onboarding take?”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Catalog agents deploy in minutes. The real time goes into agreeing the workflow, the owner and the guardrails, which is why I'd start with a scoping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does it cost?”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run shows its cost, and budgets block new runs at a limit. We'd agree a budget in the scoping session and track cost per useful investigation.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to 3.6 min (restart back-off)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2026-10-24 and 2026-10-25 on a single-node kind cluster. With the bad check, recovery waits on Kubernetes' restart back-off (10 s, doubling up to 5 minutes), so it depends on how long the outage lasted.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Cost and guardrails,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change made on this lab, then tested with real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420624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965960"/>
            <a:ext cx="283464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Result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agent: only the 28 read tools it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350008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Same alert, 3–4 runs with and without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350008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About $0.71 → $0.53 a run. Same root cause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26663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44951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One standards doc for every incident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044951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Same alert, before and after the doc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3044951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Every run quotes our rule and runbook. Cost about the same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21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739896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Workflow budget: $40 a day, blocks new runs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39896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Cap lowered to $0.01, two alerts sent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739896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Second alert recorded but not investigated, with the reason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41655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34840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agent: allow list instead of a deny 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434840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Asked for tools outside the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434840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"Not permitted" / "Tool not found"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11149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129783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Owner and team label on every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5129783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Fleet filtered by owner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5129783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Every agent has an owner to call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2026-10-25 and 2026-10-26 (UTC). Identical runs vary by about 20 cents, so read the cost result as a direction, not a benchmark.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