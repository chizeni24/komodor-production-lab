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50+ ready agents and workflows. Yours get the same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 start the work. Specialists hand off.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permissions, approvals and audit, on every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and quality per run. Budgets stop overspend.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platform engineering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68112"/>
            <a:ext cx="11091672" cy="1024128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IN THIS LAB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RCA, checked with kubectl: </a:t>
            </a:r>
            <a:r>
              <a:rPr sz="1400" b="0">
                <a:solidFill>
                  <a:srgbClr val="0F172A"/>
                </a:solidFill>
                <a:latin typeface="Arial"/>
              </a:rPr>
              <a:t>reads pods, events, logs. Denied secrets, exec, delete, patch, scale.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investigator: </a:t>
            </a:r>
            <a:r>
              <a:rPr sz="1400" b="0">
                <a:solidFill>
                  <a:srgbClr val="0F172A"/>
                </a:solidFill>
                <a:latin typeface="Arial"/>
              </a:rPr>
              <a:t>any tool outside its allow list comes back "Tool not found".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product engineer, hands-on with setup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D   Cost and guardrails, tested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Cost and guardrails,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change made on this lab, then tested with real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2062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only the 28 read tools it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0008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3–4 runs with and without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350008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About $0.71 → $0.53 a run. Same root cause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26663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1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One standards doc for every incident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44951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before and after the 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044951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run quotes our rule and runbook. Cost about the same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21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39896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Workflow budget: $40 a day, blocks new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39896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Cap lowered to $0.01, two alerts 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739896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Second alert recorded but not investigated, with the reason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1655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allow list instead of a deny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434840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Asked for tools outside the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434840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"Not permitted" / "Tool not found"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11149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129783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Owner and team label on every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129783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Fleet filtered by 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5129783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agent has an owner to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2026-10-25 and 2026-10-26 (UTC). Identical runs vary by about 20 cents, so read the cost result as a direction, not a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