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4A3B8"/>
                </a:solidFill>
                <a:latin typeface="Arial"/>
              </a:rPr>
              <a:t>Echizeni Ikpah  ·  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F172A"/>
                </a:solidFill>
                <a:latin typeface="Arial"/>
              </a:rPr>
              <a:t>Echizeni Ikpah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65836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475569"/>
                </a:solidFill>
                <a:latin typeface="Arial"/>
              </a:rPr>
              <a:t>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429000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19272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Focus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3319272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Helping platform teams adopt AI agents safely.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87952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For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4187952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I built a production-like lab end to end: Kubernetes, Grafana Cloud and KAOP.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79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166359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56631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My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5056631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Everything you'll see, I tested on that lab first.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1600200"/>
            <a:ext cx="3959352" cy="406908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182880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 I CARE ABOUT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2240280"/>
            <a:ext cx="3474720" cy="3291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Platform teams saying yes to AI agents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without losing control of what those agents can touch, or the record of what they did.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What to expect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About 30 minutes, then your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8483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08483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Where agent adoption hurts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1635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How KAOP addresses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1635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Operating model, governance, visibility.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4787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Live: one real 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4787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From alert to reviewed fix.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3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939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 first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27939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Shaped around your team.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1091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01091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Anything, including the hard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011680"/>
            <a:ext cx="3959352" cy="356616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212848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YOU WILL SEE, 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2606040"/>
            <a:ext cx="3520440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✓  </a:t>
            </a:r>
            <a:r>
              <a:rPr sz="1600" b="0">
                <a:solidFill>
                  <a:srgbClr val="FFFFFF"/>
                </a:solidFill>
                <a:latin typeface="Arial"/>
              </a:rPr>
              <a:t>A real alert from Grafana Cloud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✓  </a:t>
            </a:r>
            <a:r>
              <a:rPr sz="1600" b="0">
                <a:solidFill>
                  <a:srgbClr val="FFFFFF"/>
                </a:solidFill>
                <a:latin typeface="Arial"/>
              </a:rPr>
              <a:t>Two agents investigating at once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✓  </a:t>
            </a:r>
            <a:r>
              <a:rPr sz="1600" b="0">
                <a:solidFill>
                  <a:srgbClr val="FFFFFF"/>
                </a:solidFill>
                <a:latin typeface="Arial"/>
              </a:rPr>
              <a:t>A person approving the fix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✓  </a:t>
            </a:r>
            <a:r>
              <a:rPr sz="1600" b="0">
                <a:solidFill>
                  <a:srgbClr val="FFFFFF"/>
                </a:solidFill>
                <a:latin typeface="Arial"/>
              </a:rPr>
              <a:t>An AI review of a real pull request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✓  </a:t>
            </a:r>
            <a:r>
              <a:rPr sz="1600" b="0">
                <a:solidFill>
                  <a:srgbClr val="FFFFFF"/>
                </a:solidFill>
                <a:latin typeface="Arial"/>
              </a:rPr>
              <a:t>The full record of every step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team's agent is a good idea. The risk sits between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NO INVENTORY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Who owns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INCONSISTENT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What can it touch?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NO SINGLE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What did it do?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600" b="0">
                <a:solidFill>
                  <a:srgbClr val="0F172A"/>
                </a:solidFill>
                <a:latin typeface="Arial"/>
              </a:rPr>
              <a:t>   of agentic AI projects will be cancelled by 2027, says Gartner, for governance, unclear value and cost.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Cited in Komodor's KAOP launch, September 2026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QUESTION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Which of these three hurts your team most today?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One platform for Komodor's agents and your own.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Start ready, or bring your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Komodor-built agents, including Kubernetes RCA from Klaudia. Or import yours.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84448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Real triggers, real workflows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Alerts, schedules and Slack start runs. Workflows route to specialists.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91655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3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Enforced, not instructed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Identity, default-deny permissions, guardrails, approvals and audit.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3" y="233172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1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1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Keep what earns its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run's evidence and cost. Evaluations and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FOUNDATION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Klaudia's Kubernetes expertise, packaged as agents your teams deploy in minutes.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 governs an agent the way it governs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965960"/>
            <a:ext cx="2651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65960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STOPS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22576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322576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Who is acting?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322576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Unaccountable actions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2889504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889504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Allowed on this?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889504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Reaching beyond the job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456432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56432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Built to our rules?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3456432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Agents with no owner or budget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023359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023359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Safe right now?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4023359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Destructive tool calls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590288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97480" y="4590288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Should a person decide?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590288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Irreversible actions alone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" y="5157216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97480" y="5157216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What happened?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5157216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Changes nobody can explain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Reads only. No secrets, no writes.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GitHub agent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One PR, after I approve. Never merges.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If I say an agent is read-only, I show what enforces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merged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Decisions waiting on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per agent and team,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from KAOP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Decides if a fix
is needed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GitHub agent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Opens one PR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the app team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agent or person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No agent changes the running cluster. Fixes go through git and a person.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events,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Grafana Viewer token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Holds no credentials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GitHub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Repository 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PR, after approval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Approval gate +
GitHub app scopes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3212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ON THIS CLUSTER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KAOP's agent permissions checked with kubectl: reads pods, events, logs. Denied secrets, exec, delete, patch, scale.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Readiness fails. Correct.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 a one-line PR.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second agent reviews it.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ON THIS LAB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Let's shape the first step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around your team, at your 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ALIGN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 scoping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Agree the workflow, the owner, how we measure success, and the guardrails.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678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One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One cluster. Read-only. Every change approved by a person.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582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EXPAND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At your 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More workflows and teams, once the results 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FROM 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driver who owns it day to day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The budget owner, who decides when to expand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Two or three dates for the scoping session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FROM KOMODOR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Help with setup and integrations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Catalog agents, ready to run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joint review of the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NEXT   </a:t>
            </a:r>
            <a:r>
              <a:rPr sz="1600" b="0">
                <a:solidFill>
                  <a:srgbClr val="FFFFFF"/>
                </a:solidFill>
                <a:latin typeface="Arial"/>
              </a:rPr>
              <a:t>Pick a date for the scoping session with your driver and budget owner.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Three things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15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Agents need identities and permissions, not just prompts.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44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Every action needs a boundary and a record.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53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Start with one workflow and one owner, and agree how you'll measure success.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3959352" cy="3749039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0E7FF"/>
                </a:solidFill>
                <a:latin typeface="Arial"/>
              </a:rPr>
              <a:t>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9164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A scoping session with your driver and budget owner.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Echizeni Ikpah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E0E7FF"/>
                </a:solidFill>
                <a:latin typeface="Arial"/>
              </a:rPr>
              <a:t>Product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5B4FC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Arial"/>
              </a:rPr>
              <a:t>Reference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A   Sources for this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B   Common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C   Measured results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Sources for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agent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reads, changes, and where it stops.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APPROACH   </a:t>
            </a:r>
            <a:r>
              <a:rPr sz="1600" b="0">
                <a:solidFill>
                  <a:srgbClr val="FFFFFF"/>
                </a:solidFill>
                <a:latin typeface="Arial"/>
              </a:rPr>
              <a:t>Start from your challenges, prove it on a real incident, then agree the first step together.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Common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the expertise. KAOP is the operating model that runs it beside your own agents, under one set of rules.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grades runs over 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long does onboarding take?”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Catalog agents deploy in minutes. The real time goes into agreeing the workflow, the owner and the guardrails, which is why I'd start with a scoping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does it cost?”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run shows its cost, and budgets block new runs at a limit. We'd agree a budget in the scoping session and track cost per useful investigation.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(between back-offs)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2026-10-24 on a single-node kind cluster. With the bad check, recovery time depends on where the restart back-off is when Redis returns (10 s, doubling up to 5 minutes).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