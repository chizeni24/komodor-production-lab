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429000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927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31927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Helping platform teams adopt AI agents safely.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8795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For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418795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I built a production-like lab end to end: Kubernetes, Grafana Cloud and KAOP.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79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166359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56631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My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5056631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Everything you'll see, I tested on that lab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1600200"/>
            <a:ext cx="3959352" cy="40690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182880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I CARE ABOUT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240280"/>
            <a:ext cx="3474720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Platform teams saying yes to AI agents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without losing control of what those agents can touch, or the record of what they did.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addresses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Operating model, governance, visibility.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523744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5877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51175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Grafana Cloud fires a real alert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8074152" y="2962656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09560" y="3145536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01000" y="320954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172968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Two agents investigate at once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8074152" y="3584448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09560" y="3767328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3794760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 person approves the fix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8074152" y="4206240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909560" y="4389120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445312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416552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An agent reviews the fix PR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8074152" y="4828031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909560" y="5010912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001000" y="507492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5038344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Every step on one record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context, memory and governance Komodor built for its own agents, ready for yours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Pre-built workflows for AI SRE, software ops and cost. 50+ Komodor agents. Or import yours.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Alerts, schedules and Slack start runs. Workflows route to specialists.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default-deny permissions, guardrails, approvals and audit.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run's evidence and cost. Evaluations and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965960"/>
            <a:ext cx="2651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65960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STOPS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22576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322576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Who is acting?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322576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Unaccountable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2889504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889504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Allowed on this?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889504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Reaching beyond the job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456432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56432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Built to our rules?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456432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Agents with no owner or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023359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023359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Safe right now?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4023359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Destructive tool calls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590288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97480" y="4590288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Should a person decide?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590288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Irreversible actions alone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157216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97480" y="5157216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What happened?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5157216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Changes nobody can explain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Kubernetes and the gateway enforce it.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Can't apply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Enforced on every run. Prompts can drift;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merged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waiting on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 and team,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the app team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blocks
write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3212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ON THIS CLUSTER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KAOP's agent permissions checked with kubectl: reads pods, events, logs. Denied secrets, exec, delete, patch, scale.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cause, confidence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the command, an undo plan and a check that it worked.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approves; an agent applies it under its own identity.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Low-risk, reversible fixes run inside guardrails. People review the record.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Help with setup and integrations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Autonomy is earned. Start with one workflow and one owner.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grades runs over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