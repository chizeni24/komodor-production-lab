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429000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927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31927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Helping platform teams adopt AI agents safely.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8795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For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18795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I built a production-like lab end to end: Kubernetes, Grafana Cloud and KAOP.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79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166359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56631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My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056631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Everything you'll see, I tested on that lab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600200"/>
            <a:ext cx="3959352" cy="40690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182880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I CARE ABOUT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240280"/>
            <a:ext cx="3474720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Platform teams saying yes to AI agents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without losing control of what those agents can touch, or the record of what they did.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addresses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Operating model, governance, visibility.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523744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5877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51175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Grafana Cloud fires a real alert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8074152" y="2962656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09560" y="3145536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01000" y="320954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172968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Two agents investigate at once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8074152" y="3584448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09560" y="3767328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794760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 person approves the fix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8074152" y="4206240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909560" y="4389120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445312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416552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An agent reviews the fix PR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8074152" y="4828031"/>
            <a:ext cx="219456" cy="155448"/>
          </a:xfrm>
          <a:prstGeom prst="downArrow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909560" y="5010912"/>
            <a:ext cx="3520440" cy="402336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001000" y="507492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038344"/>
            <a:ext cx="301752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Every step on one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context, memory and governance Komodor built for its own agents, ready for yours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50+ ready agents and workflows. Yours get the same controls.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 start the work. Specialists hand off. One record.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permissions, approvals and audit, on every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and quality per run. Budgets stop overspend.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Waiting on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that need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allows
read tools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Help with setup and integrations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