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29000"/>
            <a:ext cx="73152" cy="11887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630936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I help platform teams put AI agents into production safely.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600200"/>
            <a:ext cx="3959352" cy="40690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240280"/>
            <a:ext cx="3474720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Your teams want more AI agents.</a:t>
            </a:r>
          </a:p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You need to stay in control of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4160520"/>
            <a:ext cx="3383280" cy="18288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4343400"/>
            <a:ext cx="3474720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BD5E1"/>
                </a:solidFill>
                <a:latin typeface="Arial"/>
              </a:rPr>
              <a:t>Today: KAOP doing both, on a live incident.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Owners, limits and a record.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50+ ready agents and workflows. Yours get the same controls.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 start the work. Specialists hand off. One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permissions, approvals and audit, on every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and quality per run. Budgets stop overspend.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