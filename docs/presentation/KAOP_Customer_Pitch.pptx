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6766560" cy="1371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Your teams are already shipping agents.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A5B4FC"/>
                </a:solidFill>
                <a:latin typeface="Arial"/>
              </a:rPr>
              <a:t>Can you govern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621792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CBD5E1"/>
                </a:solidFill>
                <a:latin typeface="Arial"/>
              </a:rPr>
              <a:t>Give every agent an identity, a boundary, an approval path and a record.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4A3B8"/>
                </a:solidFill>
                <a:latin typeface="Arial"/>
              </a:rPr>
              <a:t>Echizeni Ikpah  ·  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914400"/>
            <a:ext cx="4114800" cy="5257800"/>
          </a:xfrm>
          <a:prstGeom prst="roundRect">
            <a:avLst>
              <a:gd name="adj" fmla="val 4000"/>
            </a:avLst>
          </a:prstGeom>
          <a:solidFill>
            <a:srgbClr val="111B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18120" y="1188720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SRE  </a:t>
            </a:r>
            <a:r>
              <a:rPr sz="1400" b="0">
                <a:solidFill>
                  <a:srgbClr val="FFFFFF"/>
                </a:solidFill>
                <a:latin typeface="Arial"/>
              </a:rPr>
              <a:t>Incident investigator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901952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 team  </a:t>
            </a:r>
            <a:r>
              <a:rPr sz="1400" b="0">
                <a:solidFill>
                  <a:srgbClr val="FFFFFF"/>
                </a:solidFill>
                <a:latin typeface="Arial"/>
              </a:rPr>
              <a:t>PR reviewer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2615184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FinOps  </a:t>
            </a:r>
            <a:r>
              <a:rPr sz="1400" b="0">
                <a:solidFill>
                  <a:srgbClr val="FFFFFF"/>
                </a:solidFill>
                <a:latin typeface="Arial"/>
              </a:rPr>
              <a:t>Cost analyzer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3328415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Support  </a:t>
            </a:r>
            <a:r>
              <a:rPr sz="1400" b="0">
                <a:solidFill>
                  <a:srgbClr val="FFFFFF"/>
                </a:solidFill>
                <a:latin typeface="Arial"/>
              </a:rPr>
              <a:t>Your own agent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491472" y="4041648"/>
            <a:ext cx="219456" cy="329184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18120" y="448056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E0E7FF"/>
                </a:solidFill>
                <a:latin typeface="Arial"/>
              </a:rPr>
              <a:t>ONE CONTROL PLANE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Identity · Permissions · Approvals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Audit log · Budgets · Run 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02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About 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0F172A"/>
                </a:solidFill>
                <a:latin typeface="Arial"/>
              </a:rPr>
              <a:t>Echizeni Ikpah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658368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475569"/>
                </a:solidFill>
                <a:latin typeface="Arial"/>
              </a:rPr>
              <a:t>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46120"/>
            <a:ext cx="67665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3429000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319272"/>
            <a:ext cx="164592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Focus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3319272"/>
            <a:ext cx="457200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Helping platform teams adopt AI agents safely.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4800"/>
            <a:ext cx="67665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87952"/>
            <a:ext cx="164592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For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4187952"/>
            <a:ext cx="457200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I built a production-like lab end to end: Kubernetes, Grafana Cloud and KAOP.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83479"/>
            <a:ext cx="67665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166359"/>
            <a:ext cx="73152" cy="3840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56631"/>
            <a:ext cx="164592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My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5056631"/>
            <a:ext cx="457200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Everything you'll see, I tested on that lab first.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1600200"/>
            <a:ext cx="3959352" cy="406908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79" y="182880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WHAT I CARE ABOUT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2240280"/>
            <a:ext cx="3474720" cy="3291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Platform teams saying yes to AI agents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without losing control of what those agents can touch, or the record of what they did.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03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What to expect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About 30 minutes, then your questions.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8483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08483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08483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Where agent adoption hurts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81635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81635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How KAOP addresses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81635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Operating model, governance, visibility.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7472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54787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54787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Live: one real incident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4787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From alert to reviewed fix.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0624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7939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3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27939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 first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27939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Shaped around your team.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01091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501091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501091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Anything, including the hard ones.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0960" y="2011680"/>
            <a:ext cx="3959352" cy="356616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79" y="2176272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YOU WILL SEE, LIVE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9560" y="2523744"/>
            <a:ext cx="3520440" cy="402336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01000" y="2587751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2551175"/>
            <a:ext cx="301752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Grafana Cloud fires a real alert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8074152" y="2962656"/>
            <a:ext cx="219456" cy="155448"/>
          </a:xfrm>
          <a:prstGeom prst="down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909560" y="3145536"/>
            <a:ext cx="3520440" cy="402336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001000" y="320954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3172968"/>
            <a:ext cx="301752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Two agents investigate at once</a:t>
            </a:r>
          </a:p>
        </p:txBody>
      </p:sp>
      <p:sp>
        <p:nvSpPr>
          <p:cNvPr id="35" name="Down Arrow 34"/>
          <p:cNvSpPr/>
          <p:nvPr/>
        </p:nvSpPr>
        <p:spPr>
          <a:xfrm>
            <a:off x="8074152" y="3584448"/>
            <a:ext cx="219456" cy="155448"/>
          </a:xfrm>
          <a:prstGeom prst="down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909560" y="3767328"/>
            <a:ext cx="3520440" cy="402336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01000" y="38313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3794760"/>
            <a:ext cx="301752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 person approves the fix</a:t>
            </a:r>
          </a:p>
        </p:txBody>
      </p:sp>
      <p:sp>
        <p:nvSpPr>
          <p:cNvPr id="39" name="Down Arrow 38"/>
          <p:cNvSpPr/>
          <p:nvPr/>
        </p:nvSpPr>
        <p:spPr>
          <a:xfrm>
            <a:off x="8074152" y="4206240"/>
            <a:ext cx="219456" cy="155448"/>
          </a:xfrm>
          <a:prstGeom prst="down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909560" y="4389120"/>
            <a:ext cx="3520440" cy="402336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001000" y="445312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4416552"/>
            <a:ext cx="301752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An agent reviews the fix PR</a:t>
            </a:r>
          </a:p>
        </p:txBody>
      </p:sp>
      <p:sp>
        <p:nvSpPr>
          <p:cNvPr id="43" name="Down Arrow 42"/>
          <p:cNvSpPr/>
          <p:nvPr/>
        </p:nvSpPr>
        <p:spPr>
          <a:xfrm>
            <a:off x="8074152" y="4828031"/>
            <a:ext cx="219456" cy="155448"/>
          </a:xfrm>
          <a:prstGeom prst="down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909560" y="5010912"/>
            <a:ext cx="3520440" cy="402336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001000" y="507492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5038344"/>
            <a:ext cx="301752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Every step on one record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04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Agents are spreading faster than your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Each team's agent makes sense on its own. Nobody manages them together.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WHO OWNS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Ownership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Agents appear team by team. Nobody has the full 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79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WHAT CAN IT TOUCH?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Each agent brings its own keys. Its limits live in a prompt.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75319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WHAT DID IT DO?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Alert, investigation and fix sit in three different tools.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72000"/>
            <a:ext cx="11091672" cy="1051560"/>
          </a:xfrm>
          <a:prstGeom prst="roundRect">
            <a:avLst>
              <a:gd name="adj" fmla="val 12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B45309"/>
                </a:solidFill>
                <a:latin typeface="Arial"/>
              </a:rPr>
              <a:t>40%+</a:t>
            </a:r>
            <a:r>
              <a:rPr sz="1700" b="1">
                <a:solidFill>
                  <a:srgbClr val="0F172A"/>
                </a:solidFill>
                <a:latin typeface="Arial"/>
              </a:rPr>
              <a:t>   of agentic AI projects will be canceled by the end of 2027.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475569"/>
                </a:solidFill>
                <a:latin typeface="Arial"/>
              </a:rPr>
              <a:t>Escalating costs, unclear business value or inadequate risk controls.  Gartner, Inc., cited in Komodor's KAOP launch.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QUESTION   </a:t>
            </a:r>
            <a:r>
              <a:rPr sz="1600" b="0">
                <a:solidFill>
                  <a:srgbClr val="FFFFFF"/>
                </a:solidFill>
                <a:latin typeface="Arial"/>
              </a:rPr>
              <a:t>Ownership, access or auditability: which hurts your team most today?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05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KAOP runs agents like production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The context, memory and governance Komodor built for its own agents, ready for yours from day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Start ready, or bring your 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Pre-built workflows for AI SRE, software ops and cost. 50+ Komodor agents. Or import yours.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84448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9896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9896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Real triggers, real workflows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Alerts, schedules and Slack start runs. Workflows route to specialists.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91655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47103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GOVERN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3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Enforced, not instructed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5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Identity, default-deny permissions, guardrails, approvals and audit.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98863" y="233172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54311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OPTIMIZE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311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Keep what earns its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3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run's evidence and cost. Evaluations and budgets.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715000"/>
            <a:ext cx="11091672" cy="74980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KOMODOR'S AI SRE IN PRODUCTION WITH      </a:t>
            </a:r>
            <a:r>
              <a:rPr sz="2000" b="1">
                <a:solidFill>
                  <a:srgbClr val="FFFFFF"/>
                </a:solidFill>
                <a:latin typeface="Arial"/>
              </a:rPr>
              <a:t>NEBIUS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DELL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CISCO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PRUDENTIAL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06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 prompt is not a permission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KAOP governs an agent the way it governs a person.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21945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1965960"/>
            <a:ext cx="2651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965960"/>
            <a:ext cx="2743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STOPS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6771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322576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Identity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2322576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Who is acting?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2322576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Unaccountable actions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34640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7512" y="293522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2889504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Permissions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889504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Allowed on this?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889504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Reaching beyond the job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01568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7512" y="3502151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456432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Standards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56432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Built to our rules?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3456432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Agents with no owner or budget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68496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7512" y="406908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023359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Guardrails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023359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Safe right now?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9240" y="4023359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Destructive tool calls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535424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67512" y="463600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590288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Approvals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97480" y="4590288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Should a person decide?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4590288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Irreversible actions alone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10235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67512" y="52029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" y="5157216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97480" y="5157216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What happened?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5157216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Changes nobody can explain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21040" y="1965960"/>
            <a:ext cx="3319272" cy="370332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9640" y="2148840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IN TODAY'S LAB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2487168"/>
            <a:ext cx="2971800" cy="3108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Investigators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Read only. Kubernetes and the gateway enforce it.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Remediation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Proposes fixes. Can't apply them.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Code reviewer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CBD5E1"/>
                </a:solidFill>
                <a:latin typeface="Arial"/>
              </a:rPr>
              <a:t>Comments only. Can't approve or merge.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PRINCIPLE   </a:t>
            </a:r>
            <a:r>
              <a:rPr sz="1600" b="0">
                <a:solidFill>
                  <a:srgbClr val="FFFFFF"/>
                </a:solidFill>
                <a:latin typeface="Arial"/>
              </a:rPr>
              <a:t>Enforced on every run. Prompts can drift; enforcement doesn't.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  <p:bldP spid="41" grpId="0" animBg="1"/>
      <p:bldP spid="42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07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record from the alert to the merged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What the platform team sees, without asking anyone.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5000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Fleet 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agent, its owner, its status.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79" y="235000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Runs &amp;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Inputs, tool calls, reasoning, output, cost.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19" y="2350008"/>
            <a:ext cx="73152" cy="3840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Attention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Decisions waiting on a person.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13308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Who changed what, and when.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26279" y="4133088"/>
            <a:ext cx="73152" cy="38404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172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7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Cost per agent and team, with budgets.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75319" y="413308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Access explorer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What can this agent actually do?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RESULT   </a:t>
            </a:r>
            <a:r>
              <a:rPr sz="1600" b="0">
                <a:solidFill>
                  <a:srgbClr val="FFFFFF"/>
                </a:solidFill>
                <a:latin typeface="Arial"/>
              </a:rPr>
              <a:t>Inventory, access and audit become a screen, not a spreadsheet.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08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incident, two governed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from KAOP catalog agents. No custom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1109167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WORKFLOW 1  ·  INCIDENT  ·  owned by SRE  ·  starts on a Grafana alert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Grafana alert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API restarting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33472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53512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Investigate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K8s RCA + Grafana,
in parallel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09744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29783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Remediation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Proposes fixes
with undo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986015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06055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Approval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decides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62288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482328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Apply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today,
an agent next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77639"/>
            <a:ext cx="1109167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69079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WORKFLOW 2  ·  CODE REVIEW  ·  owned by the app team  ·  starts on any pull request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Pull request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The one-line fix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633472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53512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Code reviewer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Comments in ~30 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809744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129783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Merge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merges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986015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06055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Deploy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From git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62288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82328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Verify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Same outage,
zero restarts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NOTICE   </a:t>
            </a:r>
            <a:r>
              <a:rPr sz="1600" b="0">
                <a:solidFill>
                  <a:srgbClr val="FFFFFF"/>
                </a:solidFill>
                <a:latin typeface="Arial"/>
              </a:rPr>
              <a:t>Agents investigate, propose and review. People approve and change production.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09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Who can do what, and what enforces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Least privilege per agent, enforced outside the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2514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79" y="1965960"/>
            <a:ext cx="26517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965960"/>
            <a:ext cx="2240279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965960"/>
            <a:ext cx="2953512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Enforced by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50008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Kubernetes RCA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79" y="2350008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Pods, events, logs,
workloads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350008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350008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Kubernetes RBAC on
its own identity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53512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71800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investigator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79" y="2971800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Metrics, logs,
alerts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971800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971800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KAOP gateway blocks
write tools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575304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93592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Orchestrator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79" y="3593592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Findings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593592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3593592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May call only
allowlisted agents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97096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215383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Remediation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215383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investigation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215383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215383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Plan-only by design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818888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837175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Code reviewer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79" y="4837175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PR diff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837175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One comment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80" y="4837175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GitHub app scopes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532120"/>
            <a:ext cx="11091672" cy="868680"/>
          </a:xfrm>
          <a:prstGeom prst="roundRect">
            <a:avLst>
              <a:gd name="adj" fmla="val 12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F766E"/>
                </a:solidFill>
                <a:latin typeface="Arial"/>
              </a:rPr>
              <a:t>VERIFIED ON THIS CLUSTER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KAOP's agent permissions checked with kubectl: reads pods, events, logs. Denied secrets, exec, delete, patch, scale.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10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Live: one bad change, one Redis outage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Real cluster, real alert, real agents.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4549793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BREAK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Bad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Liveness checks Redis.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181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4811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325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Redis goes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325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Started when we began.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4987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01291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6427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Amplified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6427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Kubernetes kills the healthy API.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2753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INVESTIGATE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7275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1905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419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419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Grafana alerts KAOP.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2592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7223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736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736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Root cause, confidence, evidence.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3692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DECIDE AND FIX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43692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89996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5132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Decide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5132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I approve, then apply.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9686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34317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830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Prevent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830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One-line PR, reviewed by an agent.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526280"/>
            <a:ext cx="11091672" cy="109728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645152"/>
            <a:ext cx="2743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MEASURED ON THIS LAB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CA5A5"/>
                </a:solidFill>
                <a:latin typeface="Arial"/>
              </a:rPr>
              <a:t>Bad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API killed 5 times in 5 minutes, alert fired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Fixed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0 kills, alert stayed quiet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WATCH FOR   </a:t>
            </a:r>
            <a:r>
              <a:rPr sz="1600" b="0">
                <a:solidFill>
                  <a:srgbClr val="FFFFFF"/>
                </a:solidFill>
                <a:latin typeface="Arial"/>
              </a:rPr>
              <a:t>Redis is the trigger. The health check is the root cause.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11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Autonomy, earned one step at a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From human in the loop to human on the loop. Each step is a permission you grant.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29000"/>
            <a:ext cx="2670048" cy="219456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36118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64845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2331720" cy="8686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Root cause, confidence and evidence, minutes after the alert.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3017520"/>
            <a:ext cx="2670048" cy="260604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38728" y="32004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0328" y="323697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370332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Propose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4160520"/>
            <a:ext cx="2331720" cy="12801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The fix, with the command, an undo plan and a check that it worked.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606040"/>
            <a:ext cx="2670048" cy="30175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45936" y="278892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17536" y="282549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329184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Approve to execute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749039"/>
            <a:ext cx="2331720" cy="1691639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A person approves; an agent applies it under its own identity.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2194560"/>
            <a:ext cx="2670048" cy="34290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53143" y="23774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24743" y="2414015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LATER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3" y="288036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Pre-approved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3" y="3337560"/>
            <a:ext cx="2331720" cy="21031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Low-risk, reversible fixes run inside guardrails. People review the record.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GOAL   </a:t>
            </a:r>
            <a:r>
              <a:rPr sz="1600" b="0">
                <a:solidFill>
                  <a:srgbClr val="FFFFFF"/>
                </a:solidFill>
                <a:latin typeface="Arial"/>
              </a:rPr>
              <a:t>Lower time to resolution, fewer 3 a.m. pages, engineers back on the roadmap.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12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Let's shape the first step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around your team, at your pace.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ALIGN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 scoping session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Agree the workflow, the owner, how we measure success, and the guardrails.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8678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79" y="228600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PROVE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One workflow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One cluster. Read-only. Every change approved by a person.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73582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1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19" y="228600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EXPAND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At your pace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More workflows, teams and autonomy, once the results hold.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FROM YOUR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driver who owns it day to day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The budget owner, who decides when to expand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Two or three dates for the scoping session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1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FROM KOMODOR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1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Help with setup and integrations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Catalog agents, ready to run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joint review of the results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NEXT   </a:t>
            </a:r>
            <a:r>
              <a:rPr sz="1600" b="0">
                <a:solidFill>
                  <a:srgbClr val="FFFFFF"/>
                </a:solidFill>
                <a:latin typeface="Arial"/>
              </a:rPr>
              <a:t>Pick a date for the scoping session with your driver and budget owner.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6400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64008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Three things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157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Agents need identities and permissions, not just prompts.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844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47472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Every action needs a boundary and a record.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5312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34340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Autonomy is earned. Start with one workflow and one owner.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097280"/>
            <a:ext cx="3959352" cy="3749039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32588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0E7FF"/>
                </a:solidFill>
                <a:latin typeface="Arial"/>
              </a:rPr>
              <a:t>NEXT 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169164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A scoping session with your driver and budget owner.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24612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Echizeni Ikpah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E0E7FF"/>
                </a:solidFill>
                <a:latin typeface="Arial"/>
              </a:rPr>
              <a:t>Product Engineer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82296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A5B4FC"/>
                </a:solidFill>
                <a:latin typeface="Arial"/>
              </a:rPr>
              <a:t>Questions?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0972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94A3B8"/>
                </a:solidFill>
                <a:latin typeface="Arial"/>
              </a:rPr>
              <a:t>Reference material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A   Sources for this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B   Common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C   Measured results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Sources for this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Every claim traces to Komodor's material or to this lab.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Komodor website and KAOP 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057400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Positioning: build, run, govern, optimize. The Gartner figure.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24912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70632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security and governance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770632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six layers, approvals, audit log, Access explorer.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38144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83864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agent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83864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What each agent reads, changes, and where it stops.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51376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97096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incident 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197096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alert-to-remediation workflow.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64608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10328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This 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910328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 real fault, a real alert, permissions verified, fix measured.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APPROACH   </a:t>
            </a:r>
            <a:r>
              <a:rPr sz="1600" b="0">
                <a:solidFill>
                  <a:srgbClr val="FFFFFF"/>
                </a:solidFill>
                <a:latin typeface="Arial"/>
              </a:rPr>
              <a:t>Start from your challenges, prove it on a real incident, then agree the first step together.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Common questions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“We'll build this ourselves.”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You can build an agent. The hard part is identity, approvals, audit, budgets and evaluation around every agent, for every team. That's the platform.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59152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04872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“Komodor already has Klaudia. Why KAOP?”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404872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Klaudia is Komodor's AI SRE. KAOP is the control center for all your agents: Klaudia-based, Komodor's and your own.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55264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00984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if the agent is wrong?”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300984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It separates what it saw from what it guessed, every change needs a person, and KAOP grades runs over time.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51376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97096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“How long does onboarding take?”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197096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Catalog agents deploy in minutes. The real time goes into agreeing the workflow, the owner and the guardrails, which is why I'd start with a scoping session.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47488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093207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does it cost?”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5093207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Every run shows its cost, and budgets block new runs at a limit. We'd agree a budget in the scoping session and track cost per useful investigation.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Measured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The same Redis outage, measured both ways.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347472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965960"/>
            <a:ext cx="3657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Redis (bad)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965960"/>
            <a:ext cx="35661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the process (fix)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50008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Times Kubernetes killed the healthy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350008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5 in a 5-minute outage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350008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935224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Liveness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953512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953512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None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38728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57016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Grafana restart alert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557016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Fired at +3 minutes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557016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Stayed Normal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42231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160519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API back after Redis returned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160519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4.8 s to 3.6 min (restart back-off)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160519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6.5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4A3B8"/>
                </a:solidFill>
                <a:latin typeface="Arial"/>
              </a:rPr>
              <a:t>Measured on 2026-10-24 and 2026-10-25 on a single-node kind cluster. With the bad check, recovery waits on Kubernetes' restart back-off (10 s, doubling up to 5 minutes), so it depends on how long the outage lasted.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